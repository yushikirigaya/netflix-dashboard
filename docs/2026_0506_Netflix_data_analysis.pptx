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4744700" cy="9036050"/>
  <p:notesSz cx="14744700" cy="90360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68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06328" y="2801175"/>
            <a:ext cx="12538393" cy="1897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212657" y="5060188"/>
            <a:ext cx="10325735" cy="22590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7552" y="2078291"/>
            <a:ext cx="6416707" cy="59637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96790" y="2078291"/>
            <a:ext cx="6416707" cy="59637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7552" y="361442"/>
            <a:ext cx="13275945" cy="14457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7552" y="2078291"/>
            <a:ext cx="13275945" cy="59637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015357" y="8403527"/>
            <a:ext cx="4720336" cy="451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7552" y="8403527"/>
            <a:ext cx="3392741" cy="451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620756" y="8403527"/>
            <a:ext cx="3392741" cy="451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hyperlink" Target="https://www.bing.com/maps?cp=25~0&amp;lvl=1&amp;style=w&amp;FORM=BMLOGO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maps?cp=25~0&amp;lvl=2&amp;style=w&amp;FORM=BMLOGO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2943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8600" y="228599"/>
            <a:ext cx="14287500" cy="8572500"/>
            <a:chOff x="228600" y="228599"/>
            <a:chExt cx="14287500" cy="8572500"/>
          </a:xfrm>
        </p:grpSpPr>
        <p:sp>
          <p:nvSpPr>
            <p:cNvPr id="4" name="object 4"/>
            <p:cNvSpPr/>
            <p:nvPr/>
          </p:nvSpPr>
          <p:spPr>
            <a:xfrm>
              <a:off x="228600" y="228599"/>
              <a:ext cx="14287500" cy="8572500"/>
            </a:xfrm>
            <a:custGeom>
              <a:avLst/>
              <a:gdLst/>
              <a:ahLst/>
              <a:cxnLst/>
              <a:rect l="l" t="t" r="r" b="b"/>
              <a:pathLst>
                <a:path w="14287500" h="8572500">
                  <a:moveTo>
                    <a:pt x="14287498" y="8572499"/>
                  </a:moveTo>
                  <a:lnTo>
                    <a:pt x="0" y="8572499"/>
                  </a:lnTo>
                  <a:lnTo>
                    <a:pt x="0" y="0"/>
                  </a:lnTo>
                  <a:lnTo>
                    <a:pt x="14287498" y="0"/>
                  </a:lnTo>
                  <a:lnTo>
                    <a:pt x="14287498" y="8572499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3849" y="228599"/>
              <a:ext cx="2762250" cy="8477250"/>
            </a:xfrm>
            <a:custGeom>
              <a:avLst/>
              <a:gdLst/>
              <a:ahLst/>
              <a:cxnLst/>
              <a:rect l="l" t="t" r="r" b="b"/>
              <a:pathLst>
                <a:path w="2762250" h="8477250">
                  <a:moveTo>
                    <a:pt x="2762249" y="8477249"/>
                  </a:moveTo>
                  <a:lnTo>
                    <a:pt x="0" y="8477249"/>
                  </a:lnTo>
                  <a:lnTo>
                    <a:pt x="0" y="0"/>
                  </a:lnTo>
                  <a:lnTo>
                    <a:pt x="2762249" y="0"/>
                  </a:lnTo>
                  <a:lnTo>
                    <a:pt x="2762249" y="84772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08247" y="518160"/>
              <a:ext cx="4794885" cy="3651885"/>
            </a:xfrm>
            <a:custGeom>
              <a:avLst/>
              <a:gdLst/>
              <a:ahLst/>
              <a:cxnLst/>
              <a:rect l="l" t="t" r="r" b="b"/>
              <a:pathLst>
                <a:path w="4794884" h="3651885">
                  <a:moveTo>
                    <a:pt x="4794503" y="3651503"/>
                  </a:moveTo>
                  <a:lnTo>
                    <a:pt x="0" y="3651503"/>
                  </a:lnTo>
                  <a:lnTo>
                    <a:pt x="0" y="0"/>
                  </a:lnTo>
                  <a:lnTo>
                    <a:pt x="4794503" y="0"/>
                  </a:lnTo>
                  <a:lnTo>
                    <a:pt x="4794503" y="100964"/>
                  </a:lnTo>
                  <a:lnTo>
                    <a:pt x="301751" y="100964"/>
                  </a:lnTo>
                  <a:lnTo>
                    <a:pt x="282047" y="101916"/>
                  </a:lnTo>
                  <a:lnTo>
                    <a:pt x="243773" y="109529"/>
                  </a:lnTo>
                  <a:lnTo>
                    <a:pt x="207364" y="124610"/>
                  </a:lnTo>
                  <a:lnTo>
                    <a:pt x="174918" y="146290"/>
                  </a:lnTo>
                  <a:lnTo>
                    <a:pt x="147052" y="174156"/>
                  </a:lnTo>
                  <a:lnTo>
                    <a:pt x="125371" y="206603"/>
                  </a:lnTo>
                  <a:lnTo>
                    <a:pt x="110290" y="243012"/>
                  </a:lnTo>
                  <a:lnTo>
                    <a:pt x="102678" y="281285"/>
                  </a:lnTo>
                  <a:lnTo>
                    <a:pt x="101726" y="300989"/>
                  </a:lnTo>
                  <a:lnTo>
                    <a:pt x="101726" y="3215639"/>
                  </a:lnTo>
                  <a:lnTo>
                    <a:pt x="105533" y="3254669"/>
                  </a:lnTo>
                  <a:lnTo>
                    <a:pt x="116952" y="3292185"/>
                  </a:lnTo>
                  <a:lnTo>
                    <a:pt x="135405" y="3326788"/>
                  </a:lnTo>
                  <a:lnTo>
                    <a:pt x="160312" y="3357078"/>
                  </a:lnTo>
                  <a:lnTo>
                    <a:pt x="190602" y="3381985"/>
                  </a:lnTo>
                  <a:lnTo>
                    <a:pt x="225205" y="3400438"/>
                  </a:lnTo>
                  <a:lnTo>
                    <a:pt x="262721" y="3411858"/>
                  </a:lnTo>
                  <a:lnTo>
                    <a:pt x="301751" y="3415664"/>
                  </a:lnTo>
                  <a:lnTo>
                    <a:pt x="4794503" y="3415664"/>
                  </a:lnTo>
                  <a:lnTo>
                    <a:pt x="4794503" y="3651503"/>
                  </a:lnTo>
                  <a:close/>
                </a:path>
                <a:path w="4794884" h="3651885">
                  <a:moveTo>
                    <a:pt x="4794503" y="3415664"/>
                  </a:moveTo>
                  <a:lnTo>
                    <a:pt x="4359401" y="3415664"/>
                  </a:lnTo>
                  <a:lnTo>
                    <a:pt x="4379105" y="3414713"/>
                  </a:lnTo>
                  <a:lnTo>
                    <a:pt x="4398431" y="3411858"/>
                  </a:lnTo>
                  <a:lnTo>
                    <a:pt x="4435946" y="3400438"/>
                  </a:lnTo>
                  <a:lnTo>
                    <a:pt x="4470549" y="3381985"/>
                  </a:lnTo>
                  <a:lnTo>
                    <a:pt x="4500840" y="3357078"/>
                  </a:lnTo>
                  <a:lnTo>
                    <a:pt x="4525746" y="3326788"/>
                  </a:lnTo>
                  <a:lnTo>
                    <a:pt x="4544199" y="3292185"/>
                  </a:lnTo>
                  <a:lnTo>
                    <a:pt x="4555619" y="3254669"/>
                  </a:lnTo>
                  <a:lnTo>
                    <a:pt x="4559426" y="3215639"/>
                  </a:lnTo>
                  <a:lnTo>
                    <a:pt x="4559426" y="300989"/>
                  </a:lnTo>
                  <a:lnTo>
                    <a:pt x="4555619" y="261959"/>
                  </a:lnTo>
                  <a:lnTo>
                    <a:pt x="4544199" y="224443"/>
                  </a:lnTo>
                  <a:lnTo>
                    <a:pt x="4525746" y="189841"/>
                  </a:lnTo>
                  <a:lnTo>
                    <a:pt x="4500840" y="159550"/>
                  </a:lnTo>
                  <a:lnTo>
                    <a:pt x="4470549" y="134643"/>
                  </a:lnTo>
                  <a:lnTo>
                    <a:pt x="4435946" y="116190"/>
                  </a:lnTo>
                  <a:lnTo>
                    <a:pt x="4398431" y="104771"/>
                  </a:lnTo>
                  <a:lnTo>
                    <a:pt x="4359401" y="100964"/>
                  </a:lnTo>
                  <a:lnTo>
                    <a:pt x="4794503" y="100964"/>
                  </a:lnTo>
                  <a:lnTo>
                    <a:pt x="4794503" y="3415664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05212" y="614362"/>
              <a:ext cx="4467225" cy="3324225"/>
            </a:xfrm>
            <a:custGeom>
              <a:avLst/>
              <a:gdLst/>
              <a:ahLst/>
              <a:cxnLst/>
              <a:rect l="l" t="t" r="r" b="b"/>
              <a:pathLst>
                <a:path w="4467225" h="3324225">
                  <a:moveTo>
                    <a:pt x="4269144" y="3324224"/>
                  </a:moveTo>
                  <a:lnTo>
                    <a:pt x="198080" y="3324224"/>
                  </a:lnTo>
                  <a:lnTo>
                    <a:pt x="191389" y="3323895"/>
                  </a:lnTo>
                  <a:lnTo>
                    <a:pt x="151759" y="3317353"/>
                  </a:lnTo>
                  <a:lnTo>
                    <a:pt x="114166" y="3303205"/>
                  </a:lnTo>
                  <a:lnTo>
                    <a:pt x="80056" y="3281994"/>
                  </a:lnTo>
                  <a:lnTo>
                    <a:pt x="50739" y="3254537"/>
                  </a:lnTo>
                  <a:lnTo>
                    <a:pt x="27342" y="3221887"/>
                  </a:lnTo>
                  <a:lnTo>
                    <a:pt x="10765" y="3185301"/>
                  </a:lnTo>
                  <a:lnTo>
                    <a:pt x="1643" y="3146184"/>
                  </a:lnTo>
                  <a:lnTo>
                    <a:pt x="0" y="3126144"/>
                  </a:lnTo>
                  <a:lnTo>
                    <a:pt x="0" y="3119437"/>
                  </a:lnTo>
                  <a:lnTo>
                    <a:pt x="0" y="198080"/>
                  </a:lnTo>
                  <a:lnTo>
                    <a:pt x="5243" y="158257"/>
                  </a:lnTo>
                  <a:lnTo>
                    <a:pt x="18155" y="120222"/>
                  </a:lnTo>
                  <a:lnTo>
                    <a:pt x="38239" y="85436"/>
                  </a:lnTo>
                  <a:lnTo>
                    <a:pt x="64723" y="55238"/>
                  </a:lnTo>
                  <a:lnTo>
                    <a:pt x="96590" y="30786"/>
                  </a:lnTo>
                  <a:lnTo>
                    <a:pt x="132615" y="13021"/>
                  </a:lnTo>
                  <a:lnTo>
                    <a:pt x="171413" y="2626"/>
                  </a:lnTo>
                  <a:lnTo>
                    <a:pt x="198080" y="0"/>
                  </a:lnTo>
                  <a:lnTo>
                    <a:pt x="4269144" y="0"/>
                  </a:lnTo>
                  <a:lnTo>
                    <a:pt x="4308967" y="5243"/>
                  </a:lnTo>
                  <a:lnTo>
                    <a:pt x="4347002" y="18155"/>
                  </a:lnTo>
                  <a:lnTo>
                    <a:pt x="4381787" y="38239"/>
                  </a:lnTo>
                  <a:lnTo>
                    <a:pt x="4411986" y="64723"/>
                  </a:lnTo>
                  <a:lnTo>
                    <a:pt x="4436437" y="96590"/>
                  </a:lnTo>
                  <a:lnTo>
                    <a:pt x="4454202" y="132615"/>
                  </a:lnTo>
                  <a:lnTo>
                    <a:pt x="4464598" y="171413"/>
                  </a:lnTo>
                  <a:lnTo>
                    <a:pt x="4467224" y="198080"/>
                  </a:lnTo>
                  <a:lnTo>
                    <a:pt x="4467224" y="3126144"/>
                  </a:lnTo>
                  <a:lnTo>
                    <a:pt x="4461980" y="3165967"/>
                  </a:lnTo>
                  <a:lnTo>
                    <a:pt x="4449069" y="3204002"/>
                  </a:lnTo>
                  <a:lnTo>
                    <a:pt x="4428984" y="3238787"/>
                  </a:lnTo>
                  <a:lnTo>
                    <a:pt x="4402500" y="3268986"/>
                  </a:lnTo>
                  <a:lnTo>
                    <a:pt x="4370633" y="3293437"/>
                  </a:lnTo>
                  <a:lnTo>
                    <a:pt x="4334609" y="3311202"/>
                  </a:lnTo>
                  <a:lnTo>
                    <a:pt x="4295810" y="3321598"/>
                  </a:lnTo>
                  <a:lnTo>
                    <a:pt x="4275835" y="3323895"/>
                  </a:lnTo>
                  <a:lnTo>
                    <a:pt x="4269144" y="3324224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05212" y="614362"/>
              <a:ext cx="4467225" cy="3324225"/>
            </a:xfrm>
            <a:custGeom>
              <a:avLst/>
              <a:gdLst/>
              <a:ahLst/>
              <a:cxnLst/>
              <a:rect l="l" t="t" r="r" b="b"/>
              <a:pathLst>
                <a:path w="4467225" h="3324225">
                  <a:moveTo>
                    <a:pt x="0" y="3119437"/>
                  </a:moveTo>
                  <a:lnTo>
                    <a:pt x="0" y="204787"/>
                  </a:lnTo>
                  <a:lnTo>
                    <a:pt x="0" y="198080"/>
                  </a:lnTo>
                  <a:lnTo>
                    <a:pt x="328" y="191389"/>
                  </a:lnTo>
                  <a:lnTo>
                    <a:pt x="6871" y="151759"/>
                  </a:lnTo>
                  <a:lnTo>
                    <a:pt x="8818" y="145340"/>
                  </a:lnTo>
                  <a:lnTo>
                    <a:pt x="10765" y="138922"/>
                  </a:lnTo>
                  <a:lnTo>
                    <a:pt x="27342" y="102336"/>
                  </a:lnTo>
                  <a:lnTo>
                    <a:pt x="34512" y="91013"/>
                  </a:lnTo>
                  <a:lnTo>
                    <a:pt x="38239" y="85436"/>
                  </a:lnTo>
                  <a:lnTo>
                    <a:pt x="42229" y="80056"/>
                  </a:lnTo>
                  <a:lnTo>
                    <a:pt x="46484" y="74871"/>
                  </a:lnTo>
                  <a:lnTo>
                    <a:pt x="50739" y="69687"/>
                  </a:lnTo>
                  <a:lnTo>
                    <a:pt x="74871" y="46484"/>
                  </a:lnTo>
                  <a:lnTo>
                    <a:pt x="80056" y="42229"/>
                  </a:lnTo>
                  <a:lnTo>
                    <a:pt x="85436" y="38239"/>
                  </a:lnTo>
                  <a:lnTo>
                    <a:pt x="91013" y="34512"/>
                  </a:lnTo>
                  <a:lnTo>
                    <a:pt x="96590" y="30786"/>
                  </a:lnTo>
                  <a:lnTo>
                    <a:pt x="102336" y="27342"/>
                  </a:lnTo>
                  <a:lnTo>
                    <a:pt x="108251" y="24181"/>
                  </a:lnTo>
                  <a:lnTo>
                    <a:pt x="114166" y="21019"/>
                  </a:lnTo>
                  <a:lnTo>
                    <a:pt x="151759" y="6871"/>
                  </a:lnTo>
                  <a:lnTo>
                    <a:pt x="191389" y="328"/>
                  </a:lnTo>
                  <a:lnTo>
                    <a:pt x="198080" y="0"/>
                  </a:lnTo>
                  <a:lnTo>
                    <a:pt x="204787" y="0"/>
                  </a:lnTo>
                  <a:lnTo>
                    <a:pt x="4262437" y="0"/>
                  </a:lnTo>
                  <a:lnTo>
                    <a:pt x="4269144" y="0"/>
                  </a:lnTo>
                  <a:lnTo>
                    <a:pt x="4275835" y="328"/>
                  </a:lnTo>
                  <a:lnTo>
                    <a:pt x="4282509" y="986"/>
                  </a:lnTo>
                  <a:lnTo>
                    <a:pt x="4289184" y="1643"/>
                  </a:lnTo>
                  <a:lnTo>
                    <a:pt x="4295810" y="2626"/>
                  </a:lnTo>
                  <a:lnTo>
                    <a:pt x="4302388" y="3934"/>
                  </a:lnTo>
                  <a:lnTo>
                    <a:pt x="4308967" y="5243"/>
                  </a:lnTo>
                  <a:lnTo>
                    <a:pt x="4347002" y="18155"/>
                  </a:lnTo>
                  <a:lnTo>
                    <a:pt x="4358973" y="24181"/>
                  </a:lnTo>
                  <a:lnTo>
                    <a:pt x="4364888" y="27342"/>
                  </a:lnTo>
                  <a:lnTo>
                    <a:pt x="4370633" y="30786"/>
                  </a:lnTo>
                  <a:lnTo>
                    <a:pt x="4376210" y="34512"/>
                  </a:lnTo>
                  <a:lnTo>
                    <a:pt x="4381787" y="38239"/>
                  </a:lnTo>
                  <a:lnTo>
                    <a:pt x="4387168" y="42229"/>
                  </a:lnTo>
                  <a:lnTo>
                    <a:pt x="4392352" y="46484"/>
                  </a:lnTo>
                  <a:lnTo>
                    <a:pt x="4397537" y="50739"/>
                  </a:lnTo>
                  <a:lnTo>
                    <a:pt x="4402500" y="55238"/>
                  </a:lnTo>
                  <a:lnTo>
                    <a:pt x="4407243" y="59980"/>
                  </a:lnTo>
                  <a:lnTo>
                    <a:pt x="4411986" y="64723"/>
                  </a:lnTo>
                  <a:lnTo>
                    <a:pt x="4416484" y="69687"/>
                  </a:lnTo>
                  <a:lnTo>
                    <a:pt x="4420739" y="74871"/>
                  </a:lnTo>
                  <a:lnTo>
                    <a:pt x="4424994" y="80056"/>
                  </a:lnTo>
                  <a:lnTo>
                    <a:pt x="4428984" y="85436"/>
                  </a:lnTo>
                  <a:lnTo>
                    <a:pt x="4432711" y="91013"/>
                  </a:lnTo>
                  <a:lnTo>
                    <a:pt x="4436437" y="96590"/>
                  </a:lnTo>
                  <a:lnTo>
                    <a:pt x="4439881" y="102336"/>
                  </a:lnTo>
                  <a:lnTo>
                    <a:pt x="4443043" y="108251"/>
                  </a:lnTo>
                  <a:lnTo>
                    <a:pt x="4446204" y="114166"/>
                  </a:lnTo>
                  <a:lnTo>
                    <a:pt x="4449069" y="120222"/>
                  </a:lnTo>
                  <a:lnTo>
                    <a:pt x="4451635" y="126418"/>
                  </a:lnTo>
                  <a:lnTo>
                    <a:pt x="4454202" y="132615"/>
                  </a:lnTo>
                  <a:lnTo>
                    <a:pt x="4456459" y="138922"/>
                  </a:lnTo>
                  <a:lnTo>
                    <a:pt x="4458406" y="145340"/>
                  </a:lnTo>
                  <a:lnTo>
                    <a:pt x="4460353" y="151759"/>
                  </a:lnTo>
                  <a:lnTo>
                    <a:pt x="4461980" y="158257"/>
                  </a:lnTo>
                  <a:lnTo>
                    <a:pt x="4463289" y="164835"/>
                  </a:lnTo>
                  <a:lnTo>
                    <a:pt x="4464598" y="171413"/>
                  </a:lnTo>
                  <a:lnTo>
                    <a:pt x="4465581" y="178040"/>
                  </a:lnTo>
                  <a:lnTo>
                    <a:pt x="4466238" y="184714"/>
                  </a:lnTo>
                  <a:lnTo>
                    <a:pt x="4466895" y="191389"/>
                  </a:lnTo>
                  <a:lnTo>
                    <a:pt x="4467224" y="198080"/>
                  </a:lnTo>
                  <a:lnTo>
                    <a:pt x="4467224" y="204787"/>
                  </a:lnTo>
                  <a:lnTo>
                    <a:pt x="4467224" y="3119437"/>
                  </a:lnTo>
                  <a:lnTo>
                    <a:pt x="4467224" y="3126144"/>
                  </a:lnTo>
                  <a:lnTo>
                    <a:pt x="4466895" y="3132835"/>
                  </a:lnTo>
                  <a:lnTo>
                    <a:pt x="4466238" y="3139509"/>
                  </a:lnTo>
                  <a:lnTo>
                    <a:pt x="4465581" y="3146184"/>
                  </a:lnTo>
                  <a:lnTo>
                    <a:pt x="4464598" y="3152810"/>
                  </a:lnTo>
                  <a:lnTo>
                    <a:pt x="4463289" y="3159388"/>
                  </a:lnTo>
                  <a:lnTo>
                    <a:pt x="4461980" y="3165967"/>
                  </a:lnTo>
                  <a:lnTo>
                    <a:pt x="4460353" y="3172465"/>
                  </a:lnTo>
                  <a:lnTo>
                    <a:pt x="4458406" y="3178883"/>
                  </a:lnTo>
                  <a:lnTo>
                    <a:pt x="4456459" y="3185301"/>
                  </a:lnTo>
                  <a:lnTo>
                    <a:pt x="4454202" y="3191609"/>
                  </a:lnTo>
                  <a:lnTo>
                    <a:pt x="4451635" y="3197805"/>
                  </a:lnTo>
                  <a:lnTo>
                    <a:pt x="4449069" y="3204002"/>
                  </a:lnTo>
                  <a:lnTo>
                    <a:pt x="4446204" y="3210057"/>
                  </a:lnTo>
                  <a:lnTo>
                    <a:pt x="4443043" y="3215972"/>
                  </a:lnTo>
                  <a:lnTo>
                    <a:pt x="4439881" y="3221887"/>
                  </a:lnTo>
                  <a:lnTo>
                    <a:pt x="4436437" y="3227633"/>
                  </a:lnTo>
                  <a:lnTo>
                    <a:pt x="4432711" y="3233210"/>
                  </a:lnTo>
                  <a:lnTo>
                    <a:pt x="4428984" y="3238787"/>
                  </a:lnTo>
                  <a:lnTo>
                    <a:pt x="4424994" y="3244167"/>
                  </a:lnTo>
                  <a:lnTo>
                    <a:pt x="4420739" y="3249352"/>
                  </a:lnTo>
                  <a:lnTo>
                    <a:pt x="4416484" y="3254537"/>
                  </a:lnTo>
                  <a:lnTo>
                    <a:pt x="4411986" y="3259500"/>
                  </a:lnTo>
                  <a:lnTo>
                    <a:pt x="4407243" y="3264243"/>
                  </a:lnTo>
                  <a:lnTo>
                    <a:pt x="4402500" y="3268986"/>
                  </a:lnTo>
                  <a:lnTo>
                    <a:pt x="4397537" y="3273485"/>
                  </a:lnTo>
                  <a:lnTo>
                    <a:pt x="4392352" y="3277739"/>
                  </a:lnTo>
                  <a:lnTo>
                    <a:pt x="4387168" y="3281994"/>
                  </a:lnTo>
                  <a:lnTo>
                    <a:pt x="4381787" y="3285985"/>
                  </a:lnTo>
                  <a:lnTo>
                    <a:pt x="4376210" y="3289711"/>
                  </a:lnTo>
                  <a:lnTo>
                    <a:pt x="4370633" y="3293437"/>
                  </a:lnTo>
                  <a:lnTo>
                    <a:pt x="4340805" y="3308635"/>
                  </a:lnTo>
                  <a:lnTo>
                    <a:pt x="4334609" y="3311202"/>
                  </a:lnTo>
                  <a:lnTo>
                    <a:pt x="4328302" y="3313459"/>
                  </a:lnTo>
                  <a:lnTo>
                    <a:pt x="4321883" y="3315406"/>
                  </a:lnTo>
                  <a:lnTo>
                    <a:pt x="4315465" y="3317353"/>
                  </a:lnTo>
                  <a:lnTo>
                    <a:pt x="4308967" y="3318981"/>
                  </a:lnTo>
                  <a:lnTo>
                    <a:pt x="4302389" y="3320289"/>
                  </a:lnTo>
                  <a:lnTo>
                    <a:pt x="4295810" y="3321598"/>
                  </a:lnTo>
                  <a:lnTo>
                    <a:pt x="4289184" y="3322581"/>
                  </a:lnTo>
                  <a:lnTo>
                    <a:pt x="4282509" y="3323238"/>
                  </a:lnTo>
                  <a:lnTo>
                    <a:pt x="4275835" y="3323895"/>
                  </a:lnTo>
                  <a:lnTo>
                    <a:pt x="4269144" y="3324224"/>
                  </a:lnTo>
                  <a:lnTo>
                    <a:pt x="4262437" y="3324224"/>
                  </a:lnTo>
                  <a:lnTo>
                    <a:pt x="204787" y="3324224"/>
                  </a:lnTo>
                  <a:lnTo>
                    <a:pt x="198080" y="3324224"/>
                  </a:lnTo>
                  <a:lnTo>
                    <a:pt x="191389" y="3323895"/>
                  </a:lnTo>
                  <a:lnTo>
                    <a:pt x="184714" y="3323238"/>
                  </a:lnTo>
                  <a:lnTo>
                    <a:pt x="178040" y="3322581"/>
                  </a:lnTo>
                  <a:lnTo>
                    <a:pt x="171413" y="3321598"/>
                  </a:lnTo>
                  <a:lnTo>
                    <a:pt x="164835" y="3320289"/>
                  </a:lnTo>
                  <a:lnTo>
                    <a:pt x="158257" y="3318981"/>
                  </a:lnTo>
                  <a:lnTo>
                    <a:pt x="151759" y="3317353"/>
                  </a:lnTo>
                  <a:lnTo>
                    <a:pt x="145340" y="3315406"/>
                  </a:lnTo>
                  <a:lnTo>
                    <a:pt x="138922" y="3313459"/>
                  </a:lnTo>
                  <a:lnTo>
                    <a:pt x="132615" y="3311202"/>
                  </a:lnTo>
                  <a:lnTo>
                    <a:pt x="126418" y="3308635"/>
                  </a:lnTo>
                  <a:lnTo>
                    <a:pt x="120222" y="3306069"/>
                  </a:lnTo>
                  <a:lnTo>
                    <a:pt x="85436" y="3285985"/>
                  </a:lnTo>
                  <a:lnTo>
                    <a:pt x="74871" y="3277739"/>
                  </a:lnTo>
                  <a:lnTo>
                    <a:pt x="69687" y="3273485"/>
                  </a:lnTo>
                  <a:lnTo>
                    <a:pt x="42229" y="3244167"/>
                  </a:lnTo>
                  <a:lnTo>
                    <a:pt x="34512" y="3233210"/>
                  </a:lnTo>
                  <a:lnTo>
                    <a:pt x="30786" y="3227633"/>
                  </a:lnTo>
                  <a:lnTo>
                    <a:pt x="27342" y="3221887"/>
                  </a:lnTo>
                  <a:lnTo>
                    <a:pt x="24181" y="3215972"/>
                  </a:lnTo>
                  <a:lnTo>
                    <a:pt x="21019" y="3210057"/>
                  </a:lnTo>
                  <a:lnTo>
                    <a:pt x="8818" y="3178883"/>
                  </a:lnTo>
                  <a:lnTo>
                    <a:pt x="6871" y="3172465"/>
                  </a:lnTo>
                  <a:lnTo>
                    <a:pt x="5243" y="3165967"/>
                  </a:lnTo>
                  <a:lnTo>
                    <a:pt x="3934" y="3159388"/>
                  </a:lnTo>
                  <a:lnTo>
                    <a:pt x="2626" y="3152810"/>
                  </a:lnTo>
                  <a:lnTo>
                    <a:pt x="1643" y="3146184"/>
                  </a:lnTo>
                  <a:lnTo>
                    <a:pt x="986" y="3139509"/>
                  </a:lnTo>
                  <a:lnTo>
                    <a:pt x="328" y="3132835"/>
                  </a:lnTo>
                  <a:lnTo>
                    <a:pt x="0" y="3126144"/>
                  </a:lnTo>
                  <a:lnTo>
                    <a:pt x="0" y="3119437"/>
                  </a:lnTo>
                  <a:close/>
                </a:path>
              </a:pathLst>
            </a:custGeom>
            <a:ln w="952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843263" y="635000"/>
            <a:ext cx="2010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E6E6E6"/>
                </a:solidFill>
                <a:latin typeface="Trebuchet MS"/>
                <a:cs typeface="Trebuchet MS"/>
              </a:rPr>
              <a:t>Shows</a:t>
            </a:r>
            <a:r>
              <a:rPr sz="1800" spc="-114" dirty="0">
                <a:solidFill>
                  <a:srgbClr val="E6E6E6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E6E6E6"/>
                </a:solidFill>
                <a:latin typeface="Trebuchet MS"/>
                <a:cs typeface="Trebuchet MS"/>
              </a:rPr>
              <a:t>Added</a:t>
            </a:r>
            <a:r>
              <a:rPr sz="1800" spc="-114" dirty="0">
                <a:solidFill>
                  <a:srgbClr val="E6E6E6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E6E6E6"/>
                </a:solidFill>
                <a:latin typeface="Trebuchet MS"/>
                <a:cs typeface="Trebuchet MS"/>
              </a:rPr>
              <a:t>by</a:t>
            </a:r>
            <a:r>
              <a:rPr sz="1800" spc="-114" dirty="0">
                <a:solidFill>
                  <a:srgbClr val="E6E6E6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E6E6E6"/>
                </a:solidFill>
                <a:latin typeface="Trebuchet MS"/>
                <a:cs typeface="Trebuchet MS"/>
              </a:rPr>
              <a:t>Date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26185" y="3216374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E6E6E6"/>
                </a:solidFill>
                <a:latin typeface="Segoe UI"/>
                <a:cs typeface="Segoe UI"/>
              </a:rPr>
              <a:t>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02955" y="2652811"/>
            <a:ext cx="210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E6E6E6"/>
                </a:solidFill>
                <a:latin typeface="Segoe UI"/>
                <a:cs typeface="Segoe UI"/>
              </a:rPr>
              <a:t>500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16486" y="2089249"/>
            <a:ext cx="297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E6E6E6"/>
                </a:solidFill>
                <a:latin typeface="Segoe UI"/>
                <a:cs typeface="Segoe UI"/>
              </a:rPr>
              <a:t>1,000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16486" y="1525686"/>
            <a:ext cx="297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E6E6E6"/>
                </a:solidFill>
                <a:latin typeface="Segoe UI"/>
                <a:cs typeface="Segoe UI"/>
              </a:rPr>
              <a:t>1,500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16486" y="962124"/>
            <a:ext cx="297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E6E6E6"/>
                </a:solidFill>
                <a:latin typeface="Segoe UI"/>
                <a:cs typeface="Segoe UI"/>
              </a:rPr>
              <a:t>2,000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14339" y="3327400"/>
            <a:ext cx="272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E6E6E6"/>
                </a:solidFill>
                <a:latin typeface="Segoe UI"/>
                <a:cs typeface="Segoe UI"/>
              </a:rPr>
              <a:t>2014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42630" y="3327400"/>
            <a:ext cx="272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E6E6E6"/>
                </a:solidFill>
                <a:latin typeface="Segoe UI"/>
                <a:cs typeface="Segoe UI"/>
              </a:rPr>
              <a:t>2020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167187" y="1673161"/>
            <a:ext cx="3686175" cy="2063114"/>
            <a:chOff x="4167187" y="1673161"/>
            <a:chExt cx="3686175" cy="2063114"/>
          </a:xfrm>
        </p:grpSpPr>
        <p:sp>
          <p:nvSpPr>
            <p:cNvPr id="18" name="object 18"/>
            <p:cNvSpPr/>
            <p:nvPr/>
          </p:nvSpPr>
          <p:spPr>
            <a:xfrm>
              <a:off x="4191000" y="1696973"/>
              <a:ext cx="3638550" cy="1605280"/>
            </a:xfrm>
            <a:custGeom>
              <a:avLst/>
              <a:gdLst/>
              <a:ahLst/>
              <a:cxnLst/>
              <a:rect l="l" t="t" r="r" b="b"/>
              <a:pathLst>
                <a:path w="3638550" h="1605279">
                  <a:moveTo>
                    <a:pt x="3638549" y="1605025"/>
                  </a:moveTo>
                  <a:lnTo>
                    <a:pt x="0" y="1605025"/>
                  </a:lnTo>
                  <a:lnTo>
                    <a:pt x="0" y="1598263"/>
                  </a:lnTo>
                  <a:lnTo>
                    <a:pt x="454507" y="1583610"/>
                  </a:lnTo>
                  <a:lnTo>
                    <a:pt x="909014" y="1541906"/>
                  </a:lnTo>
                  <a:lnTo>
                    <a:pt x="1363522" y="1319863"/>
                  </a:lnTo>
                  <a:lnTo>
                    <a:pt x="1819274" y="659367"/>
                  </a:lnTo>
                  <a:lnTo>
                    <a:pt x="2273782" y="210772"/>
                  </a:lnTo>
                  <a:lnTo>
                    <a:pt x="2728289" y="0"/>
                  </a:lnTo>
                  <a:lnTo>
                    <a:pt x="3182797" y="157797"/>
                  </a:lnTo>
                  <a:lnTo>
                    <a:pt x="3638549" y="485790"/>
                  </a:lnTo>
                  <a:lnTo>
                    <a:pt x="3638549" y="1605025"/>
                  </a:lnTo>
                  <a:close/>
                </a:path>
              </a:pathLst>
            </a:custGeom>
            <a:solidFill>
              <a:srgbClr val="6A2328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91000" y="2631360"/>
              <a:ext cx="3638550" cy="671195"/>
            </a:xfrm>
            <a:custGeom>
              <a:avLst/>
              <a:gdLst/>
              <a:ahLst/>
              <a:cxnLst/>
              <a:rect l="l" t="t" r="r" b="b"/>
              <a:pathLst>
                <a:path w="3638550" h="671195">
                  <a:moveTo>
                    <a:pt x="3638549" y="670639"/>
                  </a:moveTo>
                  <a:lnTo>
                    <a:pt x="0" y="670639"/>
                  </a:lnTo>
                  <a:lnTo>
                    <a:pt x="0" y="665003"/>
                  </a:lnTo>
                  <a:lnTo>
                    <a:pt x="454507" y="665003"/>
                  </a:lnTo>
                  <a:lnTo>
                    <a:pt x="909014" y="641334"/>
                  </a:lnTo>
                  <a:lnTo>
                    <a:pt x="1363522" y="472265"/>
                  </a:lnTo>
                  <a:lnTo>
                    <a:pt x="1819274" y="277272"/>
                  </a:lnTo>
                  <a:lnTo>
                    <a:pt x="2273782" y="206263"/>
                  </a:lnTo>
                  <a:lnTo>
                    <a:pt x="2728289" y="3381"/>
                  </a:lnTo>
                  <a:lnTo>
                    <a:pt x="3182797" y="0"/>
                  </a:lnTo>
                  <a:lnTo>
                    <a:pt x="3638549" y="101441"/>
                  </a:lnTo>
                  <a:lnTo>
                    <a:pt x="3638549" y="670639"/>
                  </a:lnTo>
                  <a:close/>
                </a:path>
              </a:pathLst>
            </a:custGeom>
            <a:solidFill>
              <a:srgbClr val="D60913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191000" y="1696973"/>
              <a:ext cx="3638550" cy="1598295"/>
            </a:xfrm>
            <a:custGeom>
              <a:avLst/>
              <a:gdLst/>
              <a:ahLst/>
              <a:cxnLst/>
              <a:rect l="l" t="t" r="r" b="b"/>
              <a:pathLst>
                <a:path w="3638550" h="1598295">
                  <a:moveTo>
                    <a:pt x="0" y="1598263"/>
                  </a:moveTo>
                  <a:lnTo>
                    <a:pt x="454507" y="1583610"/>
                  </a:lnTo>
                  <a:lnTo>
                    <a:pt x="909014" y="1541906"/>
                  </a:lnTo>
                  <a:lnTo>
                    <a:pt x="1363522" y="1319863"/>
                  </a:lnTo>
                  <a:lnTo>
                    <a:pt x="1819274" y="659367"/>
                  </a:lnTo>
                  <a:lnTo>
                    <a:pt x="2273782" y="210772"/>
                  </a:lnTo>
                  <a:lnTo>
                    <a:pt x="2728289" y="0"/>
                  </a:lnTo>
                  <a:lnTo>
                    <a:pt x="3182797" y="157797"/>
                  </a:lnTo>
                  <a:lnTo>
                    <a:pt x="3638549" y="485790"/>
                  </a:lnTo>
                </a:path>
              </a:pathLst>
            </a:custGeom>
            <a:ln w="47624">
              <a:solidFill>
                <a:srgbClr val="6A23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91000" y="2631360"/>
              <a:ext cx="3638550" cy="665480"/>
            </a:xfrm>
            <a:custGeom>
              <a:avLst/>
              <a:gdLst/>
              <a:ahLst/>
              <a:cxnLst/>
              <a:rect l="l" t="t" r="r" b="b"/>
              <a:pathLst>
                <a:path w="3638550" h="665479">
                  <a:moveTo>
                    <a:pt x="0" y="665003"/>
                  </a:moveTo>
                  <a:lnTo>
                    <a:pt x="454507" y="665003"/>
                  </a:lnTo>
                  <a:lnTo>
                    <a:pt x="909014" y="641334"/>
                  </a:lnTo>
                  <a:lnTo>
                    <a:pt x="1363522" y="472265"/>
                  </a:lnTo>
                  <a:lnTo>
                    <a:pt x="1819274" y="277272"/>
                  </a:lnTo>
                  <a:lnTo>
                    <a:pt x="2273782" y="206263"/>
                  </a:lnTo>
                  <a:lnTo>
                    <a:pt x="2728289" y="3381"/>
                  </a:lnTo>
                  <a:lnTo>
                    <a:pt x="3182797" y="0"/>
                  </a:lnTo>
                  <a:lnTo>
                    <a:pt x="3638549" y="101441"/>
                  </a:lnTo>
                </a:path>
              </a:pathLst>
            </a:custGeom>
            <a:ln w="47624">
              <a:solidFill>
                <a:srgbClr val="D6091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58434" y="3640962"/>
              <a:ext cx="95249" cy="9524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360441" y="3327400"/>
            <a:ext cx="37211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E6E6E6"/>
                </a:solidFill>
                <a:latin typeface="Segoe UI"/>
                <a:cs typeface="Segoe UI"/>
              </a:rPr>
              <a:t>2016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Movie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2309" y="3640962"/>
            <a:ext cx="95249" cy="9524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5880149" y="3327400"/>
            <a:ext cx="725805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609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E6E6E6"/>
                </a:solidFill>
                <a:latin typeface="Segoe UI"/>
                <a:cs typeface="Segoe UI"/>
              </a:rPr>
              <a:t>2018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TV 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Show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784335" y="518160"/>
            <a:ext cx="4798060" cy="3651885"/>
            <a:chOff x="8784335" y="518160"/>
            <a:chExt cx="4798060" cy="3651885"/>
          </a:xfrm>
        </p:grpSpPr>
        <p:sp>
          <p:nvSpPr>
            <p:cNvPr id="27" name="object 27"/>
            <p:cNvSpPr/>
            <p:nvPr/>
          </p:nvSpPr>
          <p:spPr>
            <a:xfrm>
              <a:off x="8784335" y="518160"/>
              <a:ext cx="4798060" cy="3651885"/>
            </a:xfrm>
            <a:custGeom>
              <a:avLst/>
              <a:gdLst/>
              <a:ahLst/>
              <a:cxnLst/>
              <a:rect l="l" t="t" r="r" b="b"/>
              <a:pathLst>
                <a:path w="4798059" h="3651885">
                  <a:moveTo>
                    <a:pt x="4797551" y="3651503"/>
                  </a:moveTo>
                  <a:lnTo>
                    <a:pt x="0" y="3651503"/>
                  </a:lnTo>
                  <a:lnTo>
                    <a:pt x="0" y="0"/>
                  </a:lnTo>
                  <a:lnTo>
                    <a:pt x="4797551" y="0"/>
                  </a:lnTo>
                  <a:lnTo>
                    <a:pt x="4797551" y="100964"/>
                  </a:lnTo>
                  <a:lnTo>
                    <a:pt x="302513" y="100964"/>
                  </a:lnTo>
                  <a:lnTo>
                    <a:pt x="282809" y="101916"/>
                  </a:lnTo>
                  <a:lnTo>
                    <a:pt x="244535" y="109529"/>
                  </a:lnTo>
                  <a:lnTo>
                    <a:pt x="208126" y="124610"/>
                  </a:lnTo>
                  <a:lnTo>
                    <a:pt x="175680" y="146290"/>
                  </a:lnTo>
                  <a:lnTo>
                    <a:pt x="147813" y="174156"/>
                  </a:lnTo>
                  <a:lnTo>
                    <a:pt x="126133" y="206603"/>
                  </a:lnTo>
                  <a:lnTo>
                    <a:pt x="111052" y="243012"/>
                  </a:lnTo>
                  <a:lnTo>
                    <a:pt x="103440" y="281285"/>
                  </a:lnTo>
                  <a:lnTo>
                    <a:pt x="102488" y="300989"/>
                  </a:lnTo>
                  <a:lnTo>
                    <a:pt x="102488" y="3215639"/>
                  </a:lnTo>
                  <a:lnTo>
                    <a:pt x="106294" y="3254669"/>
                  </a:lnTo>
                  <a:lnTo>
                    <a:pt x="117713" y="3292185"/>
                  </a:lnTo>
                  <a:lnTo>
                    <a:pt x="136166" y="3326788"/>
                  </a:lnTo>
                  <a:lnTo>
                    <a:pt x="161074" y="3357078"/>
                  </a:lnTo>
                  <a:lnTo>
                    <a:pt x="191363" y="3381985"/>
                  </a:lnTo>
                  <a:lnTo>
                    <a:pt x="225966" y="3400438"/>
                  </a:lnTo>
                  <a:lnTo>
                    <a:pt x="263482" y="3411858"/>
                  </a:lnTo>
                  <a:lnTo>
                    <a:pt x="302513" y="3415664"/>
                  </a:lnTo>
                  <a:lnTo>
                    <a:pt x="4797551" y="3415664"/>
                  </a:lnTo>
                  <a:lnTo>
                    <a:pt x="4797551" y="3651503"/>
                  </a:lnTo>
                  <a:close/>
                </a:path>
                <a:path w="4798059" h="3651885">
                  <a:moveTo>
                    <a:pt x="4797551" y="3415664"/>
                  </a:moveTo>
                  <a:lnTo>
                    <a:pt x="4360163" y="3415664"/>
                  </a:lnTo>
                  <a:lnTo>
                    <a:pt x="4379867" y="3414713"/>
                  </a:lnTo>
                  <a:lnTo>
                    <a:pt x="4399193" y="3411858"/>
                  </a:lnTo>
                  <a:lnTo>
                    <a:pt x="4436707" y="3400438"/>
                  </a:lnTo>
                  <a:lnTo>
                    <a:pt x="4471310" y="3381985"/>
                  </a:lnTo>
                  <a:lnTo>
                    <a:pt x="4501601" y="3357078"/>
                  </a:lnTo>
                  <a:lnTo>
                    <a:pt x="4526508" y="3326788"/>
                  </a:lnTo>
                  <a:lnTo>
                    <a:pt x="4544960" y="3292185"/>
                  </a:lnTo>
                  <a:lnTo>
                    <a:pt x="4556380" y="3254669"/>
                  </a:lnTo>
                  <a:lnTo>
                    <a:pt x="4560188" y="3215639"/>
                  </a:lnTo>
                  <a:lnTo>
                    <a:pt x="4560188" y="300989"/>
                  </a:lnTo>
                  <a:lnTo>
                    <a:pt x="4556380" y="261959"/>
                  </a:lnTo>
                  <a:lnTo>
                    <a:pt x="4544960" y="224443"/>
                  </a:lnTo>
                  <a:lnTo>
                    <a:pt x="4526508" y="189841"/>
                  </a:lnTo>
                  <a:lnTo>
                    <a:pt x="4501601" y="159550"/>
                  </a:lnTo>
                  <a:lnTo>
                    <a:pt x="4471310" y="134643"/>
                  </a:lnTo>
                  <a:lnTo>
                    <a:pt x="4436709" y="116190"/>
                  </a:lnTo>
                  <a:lnTo>
                    <a:pt x="4399193" y="104771"/>
                  </a:lnTo>
                  <a:lnTo>
                    <a:pt x="4360163" y="100964"/>
                  </a:lnTo>
                  <a:lnTo>
                    <a:pt x="4797551" y="100964"/>
                  </a:lnTo>
                  <a:lnTo>
                    <a:pt x="4797551" y="3415664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882062" y="614362"/>
              <a:ext cx="4467225" cy="3324225"/>
            </a:xfrm>
            <a:custGeom>
              <a:avLst/>
              <a:gdLst/>
              <a:ahLst/>
              <a:cxnLst/>
              <a:rect l="l" t="t" r="r" b="b"/>
              <a:pathLst>
                <a:path w="4467225" h="3324225">
                  <a:moveTo>
                    <a:pt x="4269144" y="3324224"/>
                  </a:moveTo>
                  <a:lnTo>
                    <a:pt x="198080" y="3324224"/>
                  </a:lnTo>
                  <a:lnTo>
                    <a:pt x="191389" y="3323895"/>
                  </a:lnTo>
                  <a:lnTo>
                    <a:pt x="151759" y="3317353"/>
                  </a:lnTo>
                  <a:lnTo>
                    <a:pt x="114166" y="3303205"/>
                  </a:lnTo>
                  <a:lnTo>
                    <a:pt x="80056" y="3281994"/>
                  </a:lnTo>
                  <a:lnTo>
                    <a:pt x="50739" y="3254537"/>
                  </a:lnTo>
                  <a:lnTo>
                    <a:pt x="27342" y="3221887"/>
                  </a:lnTo>
                  <a:lnTo>
                    <a:pt x="10765" y="3185301"/>
                  </a:lnTo>
                  <a:lnTo>
                    <a:pt x="1643" y="3146184"/>
                  </a:lnTo>
                  <a:lnTo>
                    <a:pt x="0" y="3126144"/>
                  </a:lnTo>
                  <a:lnTo>
                    <a:pt x="0" y="3119437"/>
                  </a:lnTo>
                  <a:lnTo>
                    <a:pt x="0" y="198080"/>
                  </a:lnTo>
                  <a:lnTo>
                    <a:pt x="5243" y="158257"/>
                  </a:lnTo>
                  <a:lnTo>
                    <a:pt x="18155" y="120222"/>
                  </a:lnTo>
                  <a:lnTo>
                    <a:pt x="38239" y="85436"/>
                  </a:lnTo>
                  <a:lnTo>
                    <a:pt x="64723" y="55238"/>
                  </a:lnTo>
                  <a:lnTo>
                    <a:pt x="96590" y="30786"/>
                  </a:lnTo>
                  <a:lnTo>
                    <a:pt x="132615" y="13021"/>
                  </a:lnTo>
                  <a:lnTo>
                    <a:pt x="171413" y="2626"/>
                  </a:lnTo>
                  <a:lnTo>
                    <a:pt x="198080" y="0"/>
                  </a:lnTo>
                  <a:lnTo>
                    <a:pt x="4269144" y="0"/>
                  </a:lnTo>
                  <a:lnTo>
                    <a:pt x="4308967" y="5243"/>
                  </a:lnTo>
                  <a:lnTo>
                    <a:pt x="4347002" y="18155"/>
                  </a:lnTo>
                  <a:lnTo>
                    <a:pt x="4381787" y="38239"/>
                  </a:lnTo>
                  <a:lnTo>
                    <a:pt x="4411986" y="64723"/>
                  </a:lnTo>
                  <a:lnTo>
                    <a:pt x="4436437" y="96590"/>
                  </a:lnTo>
                  <a:lnTo>
                    <a:pt x="4454202" y="132615"/>
                  </a:lnTo>
                  <a:lnTo>
                    <a:pt x="4464598" y="171413"/>
                  </a:lnTo>
                  <a:lnTo>
                    <a:pt x="4467224" y="198080"/>
                  </a:lnTo>
                  <a:lnTo>
                    <a:pt x="4467224" y="3126144"/>
                  </a:lnTo>
                  <a:lnTo>
                    <a:pt x="4461980" y="3165967"/>
                  </a:lnTo>
                  <a:lnTo>
                    <a:pt x="4449069" y="3204002"/>
                  </a:lnTo>
                  <a:lnTo>
                    <a:pt x="4428984" y="3238787"/>
                  </a:lnTo>
                  <a:lnTo>
                    <a:pt x="4402500" y="3268986"/>
                  </a:lnTo>
                  <a:lnTo>
                    <a:pt x="4370633" y="3293437"/>
                  </a:lnTo>
                  <a:lnTo>
                    <a:pt x="4334609" y="3311202"/>
                  </a:lnTo>
                  <a:lnTo>
                    <a:pt x="4295810" y="3321598"/>
                  </a:lnTo>
                  <a:lnTo>
                    <a:pt x="4275835" y="3323895"/>
                  </a:lnTo>
                  <a:lnTo>
                    <a:pt x="4269144" y="3324224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82062" y="614362"/>
              <a:ext cx="4467225" cy="3324225"/>
            </a:xfrm>
            <a:custGeom>
              <a:avLst/>
              <a:gdLst/>
              <a:ahLst/>
              <a:cxnLst/>
              <a:rect l="l" t="t" r="r" b="b"/>
              <a:pathLst>
                <a:path w="4467225" h="3324225">
                  <a:moveTo>
                    <a:pt x="0" y="3119437"/>
                  </a:moveTo>
                  <a:lnTo>
                    <a:pt x="0" y="204787"/>
                  </a:lnTo>
                  <a:lnTo>
                    <a:pt x="0" y="198080"/>
                  </a:lnTo>
                  <a:lnTo>
                    <a:pt x="328" y="191389"/>
                  </a:lnTo>
                  <a:lnTo>
                    <a:pt x="6871" y="151759"/>
                  </a:lnTo>
                  <a:lnTo>
                    <a:pt x="8818" y="145340"/>
                  </a:lnTo>
                  <a:lnTo>
                    <a:pt x="10765" y="138922"/>
                  </a:lnTo>
                  <a:lnTo>
                    <a:pt x="27342" y="102336"/>
                  </a:lnTo>
                  <a:lnTo>
                    <a:pt x="34512" y="91013"/>
                  </a:lnTo>
                  <a:lnTo>
                    <a:pt x="38239" y="85436"/>
                  </a:lnTo>
                  <a:lnTo>
                    <a:pt x="42229" y="80056"/>
                  </a:lnTo>
                  <a:lnTo>
                    <a:pt x="46484" y="74871"/>
                  </a:lnTo>
                  <a:lnTo>
                    <a:pt x="50739" y="69687"/>
                  </a:lnTo>
                  <a:lnTo>
                    <a:pt x="74871" y="46484"/>
                  </a:lnTo>
                  <a:lnTo>
                    <a:pt x="80056" y="42229"/>
                  </a:lnTo>
                  <a:lnTo>
                    <a:pt x="85436" y="38239"/>
                  </a:lnTo>
                  <a:lnTo>
                    <a:pt x="91013" y="34512"/>
                  </a:lnTo>
                  <a:lnTo>
                    <a:pt x="96590" y="30786"/>
                  </a:lnTo>
                  <a:lnTo>
                    <a:pt x="102336" y="27342"/>
                  </a:lnTo>
                  <a:lnTo>
                    <a:pt x="108251" y="24181"/>
                  </a:lnTo>
                  <a:lnTo>
                    <a:pt x="114166" y="21019"/>
                  </a:lnTo>
                  <a:lnTo>
                    <a:pt x="151759" y="6871"/>
                  </a:lnTo>
                  <a:lnTo>
                    <a:pt x="191389" y="328"/>
                  </a:lnTo>
                  <a:lnTo>
                    <a:pt x="198080" y="0"/>
                  </a:lnTo>
                  <a:lnTo>
                    <a:pt x="204787" y="0"/>
                  </a:lnTo>
                  <a:lnTo>
                    <a:pt x="4262437" y="0"/>
                  </a:lnTo>
                  <a:lnTo>
                    <a:pt x="4269144" y="0"/>
                  </a:lnTo>
                  <a:lnTo>
                    <a:pt x="4275835" y="328"/>
                  </a:lnTo>
                  <a:lnTo>
                    <a:pt x="4282509" y="986"/>
                  </a:lnTo>
                  <a:lnTo>
                    <a:pt x="4289184" y="1643"/>
                  </a:lnTo>
                  <a:lnTo>
                    <a:pt x="4295810" y="2626"/>
                  </a:lnTo>
                  <a:lnTo>
                    <a:pt x="4302388" y="3934"/>
                  </a:lnTo>
                  <a:lnTo>
                    <a:pt x="4308967" y="5243"/>
                  </a:lnTo>
                  <a:lnTo>
                    <a:pt x="4347002" y="18155"/>
                  </a:lnTo>
                  <a:lnTo>
                    <a:pt x="4358973" y="24181"/>
                  </a:lnTo>
                  <a:lnTo>
                    <a:pt x="4364888" y="27342"/>
                  </a:lnTo>
                  <a:lnTo>
                    <a:pt x="4370633" y="30786"/>
                  </a:lnTo>
                  <a:lnTo>
                    <a:pt x="4376210" y="34512"/>
                  </a:lnTo>
                  <a:lnTo>
                    <a:pt x="4381787" y="38239"/>
                  </a:lnTo>
                  <a:lnTo>
                    <a:pt x="4387168" y="42229"/>
                  </a:lnTo>
                  <a:lnTo>
                    <a:pt x="4392352" y="46484"/>
                  </a:lnTo>
                  <a:lnTo>
                    <a:pt x="4397537" y="50739"/>
                  </a:lnTo>
                  <a:lnTo>
                    <a:pt x="4402500" y="55238"/>
                  </a:lnTo>
                  <a:lnTo>
                    <a:pt x="4407243" y="59980"/>
                  </a:lnTo>
                  <a:lnTo>
                    <a:pt x="4411986" y="64723"/>
                  </a:lnTo>
                  <a:lnTo>
                    <a:pt x="4416484" y="69687"/>
                  </a:lnTo>
                  <a:lnTo>
                    <a:pt x="4420739" y="74871"/>
                  </a:lnTo>
                  <a:lnTo>
                    <a:pt x="4424994" y="80056"/>
                  </a:lnTo>
                  <a:lnTo>
                    <a:pt x="4428984" y="85436"/>
                  </a:lnTo>
                  <a:lnTo>
                    <a:pt x="4432711" y="91013"/>
                  </a:lnTo>
                  <a:lnTo>
                    <a:pt x="4436437" y="96590"/>
                  </a:lnTo>
                  <a:lnTo>
                    <a:pt x="4439881" y="102336"/>
                  </a:lnTo>
                  <a:lnTo>
                    <a:pt x="4443043" y="108251"/>
                  </a:lnTo>
                  <a:lnTo>
                    <a:pt x="4446204" y="114166"/>
                  </a:lnTo>
                  <a:lnTo>
                    <a:pt x="4449069" y="120222"/>
                  </a:lnTo>
                  <a:lnTo>
                    <a:pt x="4451635" y="126418"/>
                  </a:lnTo>
                  <a:lnTo>
                    <a:pt x="4454202" y="132615"/>
                  </a:lnTo>
                  <a:lnTo>
                    <a:pt x="4456459" y="138922"/>
                  </a:lnTo>
                  <a:lnTo>
                    <a:pt x="4458406" y="145340"/>
                  </a:lnTo>
                  <a:lnTo>
                    <a:pt x="4460353" y="151759"/>
                  </a:lnTo>
                  <a:lnTo>
                    <a:pt x="4461980" y="158257"/>
                  </a:lnTo>
                  <a:lnTo>
                    <a:pt x="4463289" y="164835"/>
                  </a:lnTo>
                  <a:lnTo>
                    <a:pt x="4464598" y="171413"/>
                  </a:lnTo>
                  <a:lnTo>
                    <a:pt x="4465581" y="178040"/>
                  </a:lnTo>
                  <a:lnTo>
                    <a:pt x="4466238" y="184714"/>
                  </a:lnTo>
                  <a:lnTo>
                    <a:pt x="4466895" y="191389"/>
                  </a:lnTo>
                  <a:lnTo>
                    <a:pt x="4467224" y="198080"/>
                  </a:lnTo>
                  <a:lnTo>
                    <a:pt x="4467224" y="204787"/>
                  </a:lnTo>
                  <a:lnTo>
                    <a:pt x="4467224" y="3119437"/>
                  </a:lnTo>
                  <a:lnTo>
                    <a:pt x="4467224" y="3126144"/>
                  </a:lnTo>
                  <a:lnTo>
                    <a:pt x="4466895" y="3132835"/>
                  </a:lnTo>
                  <a:lnTo>
                    <a:pt x="4466238" y="3139509"/>
                  </a:lnTo>
                  <a:lnTo>
                    <a:pt x="4465581" y="3146184"/>
                  </a:lnTo>
                  <a:lnTo>
                    <a:pt x="4464598" y="3152810"/>
                  </a:lnTo>
                  <a:lnTo>
                    <a:pt x="4463289" y="3159388"/>
                  </a:lnTo>
                  <a:lnTo>
                    <a:pt x="4461980" y="3165967"/>
                  </a:lnTo>
                  <a:lnTo>
                    <a:pt x="4460353" y="3172465"/>
                  </a:lnTo>
                  <a:lnTo>
                    <a:pt x="4458406" y="3178883"/>
                  </a:lnTo>
                  <a:lnTo>
                    <a:pt x="4456459" y="3185301"/>
                  </a:lnTo>
                  <a:lnTo>
                    <a:pt x="4454202" y="3191609"/>
                  </a:lnTo>
                  <a:lnTo>
                    <a:pt x="4451635" y="3197805"/>
                  </a:lnTo>
                  <a:lnTo>
                    <a:pt x="4449069" y="3204002"/>
                  </a:lnTo>
                  <a:lnTo>
                    <a:pt x="4446204" y="3210057"/>
                  </a:lnTo>
                  <a:lnTo>
                    <a:pt x="4443043" y="3215972"/>
                  </a:lnTo>
                  <a:lnTo>
                    <a:pt x="4439881" y="3221887"/>
                  </a:lnTo>
                  <a:lnTo>
                    <a:pt x="4436437" y="3227633"/>
                  </a:lnTo>
                  <a:lnTo>
                    <a:pt x="4432711" y="3233210"/>
                  </a:lnTo>
                  <a:lnTo>
                    <a:pt x="4428984" y="3238787"/>
                  </a:lnTo>
                  <a:lnTo>
                    <a:pt x="4424994" y="3244167"/>
                  </a:lnTo>
                  <a:lnTo>
                    <a:pt x="4420739" y="3249352"/>
                  </a:lnTo>
                  <a:lnTo>
                    <a:pt x="4416484" y="3254537"/>
                  </a:lnTo>
                  <a:lnTo>
                    <a:pt x="4411986" y="3259500"/>
                  </a:lnTo>
                  <a:lnTo>
                    <a:pt x="4407243" y="3264243"/>
                  </a:lnTo>
                  <a:lnTo>
                    <a:pt x="4402500" y="3268986"/>
                  </a:lnTo>
                  <a:lnTo>
                    <a:pt x="4397537" y="3273485"/>
                  </a:lnTo>
                  <a:lnTo>
                    <a:pt x="4392352" y="3277739"/>
                  </a:lnTo>
                  <a:lnTo>
                    <a:pt x="4387168" y="3281994"/>
                  </a:lnTo>
                  <a:lnTo>
                    <a:pt x="4381787" y="3285985"/>
                  </a:lnTo>
                  <a:lnTo>
                    <a:pt x="4376210" y="3289711"/>
                  </a:lnTo>
                  <a:lnTo>
                    <a:pt x="4370633" y="3293437"/>
                  </a:lnTo>
                  <a:lnTo>
                    <a:pt x="4340805" y="3308635"/>
                  </a:lnTo>
                  <a:lnTo>
                    <a:pt x="4334609" y="3311202"/>
                  </a:lnTo>
                  <a:lnTo>
                    <a:pt x="4328302" y="3313459"/>
                  </a:lnTo>
                  <a:lnTo>
                    <a:pt x="4321883" y="3315406"/>
                  </a:lnTo>
                  <a:lnTo>
                    <a:pt x="4315465" y="3317353"/>
                  </a:lnTo>
                  <a:lnTo>
                    <a:pt x="4308967" y="3318981"/>
                  </a:lnTo>
                  <a:lnTo>
                    <a:pt x="4302389" y="3320289"/>
                  </a:lnTo>
                  <a:lnTo>
                    <a:pt x="4295810" y="3321598"/>
                  </a:lnTo>
                  <a:lnTo>
                    <a:pt x="4289184" y="3322581"/>
                  </a:lnTo>
                  <a:lnTo>
                    <a:pt x="4282509" y="3323238"/>
                  </a:lnTo>
                  <a:lnTo>
                    <a:pt x="4275835" y="3323895"/>
                  </a:lnTo>
                  <a:lnTo>
                    <a:pt x="4269144" y="3324224"/>
                  </a:lnTo>
                  <a:lnTo>
                    <a:pt x="4262437" y="3324224"/>
                  </a:lnTo>
                  <a:lnTo>
                    <a:pt x="204787" y="3324224"/>
                  </a:lnTo>
                  <a:lnTo>
                    <a:pt x="198080" y="3324224"/>
                  </a:lnTo>
                  <a:lnTo>
                    <a:pt x="191389" y="3323895"/>
                  </a:lnTo>
                  <a:lnTo>
                    <a:pt x="184714" y="3323238"/>
                  </a:lnTo>
                  <a:lnTo>
                    <a:pt x="178040" y="3322581"/>
                  </a:lnTo>
                  <a:lnTo>
                    <a:pt x="171413" y="3321598"/>
                  </a:lnTo>
                  <a:lnTo>
                    <a:pt x="164835" y="3320289"/>
                  </a:lnTo>
                  <a:lnTo>
                    <a:pt x="158257" y="3318981"/>
                  </a:lnTo>
                  <a:lnTo>
                    <a:pt x="151759" y="3317353"/>
                  </a:lnTo>
                  <a:lnTo>
                    <a:pt x="145340" y="3315406"/>
                  </a:lnTo>
                  <a:lnTo>
                    <a:pt x="138922" y="3313459"/>
                  </a:lnTo>
                  <a:lnTo>
                    <a:pt x="132615" y="3311202"/>
                  </a:lnTo>
                  <a:lnTo>
                    <a:pt x="126418" y="3308635"/>
                  </a:lnTo>
                  <a:lnTo>
                    <a:pt x="120222" y="3306069"/>
                  </a:lnTo>
                  <a:lnTo>
                    <a:pt x="85436" y="3285985"/>
                  </a:lnTo>
                  <a:lnTo>
                    <a:pt x="74871" y="3277739"/>
                  </a:lnTo>
                  <a:lnTo>
                    <a:pt x="69687" y="3273485"/>
                  </a:lnTo>
                  <a:lnTo>
                    <a:pt x="42229" y="3244167"/>
                  </a:lnTo>
                  <a:lnTo>
                    <a:pt x="34512" y="3233210"/>
                  </a:lnTo>
                  <a:lnTo>
                    <a:pt x="30786" y="3227633"/>
                  </a:lnTo>
                  <a:lnTo>
                    <a:pt x="27342" y="3221887"/>
                  </a:lnTo>
                  <a:lnTo>
                    <a:pt x="24181" y="3215972"/>
                  </a:lnTo>
                  <a:lnTo>
                    <a:pt x="21019" y="3210057"/>
                  </a:lnTo>
                  <a:lnTo>
                    <a:pt x="8818" y="3178883"/>
                  </a:lnTo>
                  <a:lnTo>
                    <a:pt x="6871" y="3172465"/>
                  </a:lnTo>
                  <a:lnTo>
                    <a:pt x="5243" y="3165967"/>
                  </a:lnTo>
                  <a:lnTo>
                    <a:pt x="3934" y="3159388"/>
                  </a:lnTo>
                  <a:lnTo>
                    <a:pt x="2626" y="3152810"/>
                  </a:lnTo>
                  <a:lnTo>
                    <a:pt x="1643" y="3146184"/>
                  </a:lnTo>
                  <a:lnTo>
                    <a:pt x="986" y="3139509"/>
                  </a:lnTo>
                  <a:lnTo>
                    <a:pt x="328" y="3132835"/>
                  </a:lnTo>
                  <a:lnTo>
                    <a:pt x="0" y="3126144"/>
                  </a:lnTo>
                  <a:lnTo>
                    <a:pt x="0" y="3119437"/>
                  </a:lnTo>
                  <a:close/>
                </a:path>
              </a:pathLst>
            </a:custGeom>
            <a:ln w="952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351392" y="635000"/>
            <a:ext cx="1547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E6E6E6"/>
                </a:solidFill>
                <a:latin typeface="Trebuchet MS"/>
                <a:cs typeface="Trebuchet MS"/>
              </a:rPr>
              <a:t>Shows</a:t>
            </a:r>
            <a:r>
              <a:rPr sz="1800" spc="-125" dirty="0">
                <a:solidFill>
                  <a:srgbClr val="E6E6E6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E6E6E6"/>
                </a:solidFill>
                <a:latin typeface="Trebuchet MS"/>
                <a:cs typeface="Trebuchet MS"/>
              </a:rPr>
              <a:t>by</a:t>
            </a:r>
            <a:r>
              <a:rPr sz="1800" spc="-125" dirty="0">
                <a:solidFill>
                  <a:srgbClr val="E6E6E6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E6E6E6"/>
                </a:solidFill>
                <a:latin typeface="Trebuchet MS"/>
                <a:cs typeface="Trebuchet MS"/>
              </a:rPr>
              <a:t>Rating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301150" y="1324888"/>
            <a:ext cx="3914775" cy="1672589"/>
          </a:xfrm>
          <a:custGeom>
            <a:avLst/>
            <a:gdLst/>
            <a:ahLst/>
            <a:cxnLst/>
            <a:rect l="l" t="t" r="r" b="b"/>
            <a:pathLst>
              <a:path w="3914775" h="1672589">
                <a:moveTo>
                  <a:pt x="9525" y="1666240"/>
                </a:moveTo>
                <a:lnTo>
                  <a:pt x="9067" y="1665122"/>
                </a:lnTo>
                <a:lnTo>
                  <a:pt x="7200" y="1663255"/>
                </a:lnTo>
                <a:lnTo>
                  <a:pt x="6083" y="1662785"/>
                </a:lnTo>
                <a:lnTo>
                  <a:pt x="3454" y="1662785"/>
                </a:lnTo>
                <a:lnTo>
                  <a:pt x="2336" y="1663255"/>
                </a:lnTo>
                <a:lnTo>
                  <a:pt x="469" y="1665122"/>
                </a:lnTo>
                <a:lnTo>
                  <a:pt x="0" y="1666240"/>
                </a:lnTo>
                <a:lnTo>
                  <a:pt x="0" y="1668868"/>
                </a:lnTo>
                <a:lnTo>
                  <a:pt x="469" y="1669986"/>
                </a:lnTo>
                <a:lnTo>
                  <a:pt x="2336" y="1671853"/>
                </a:lnTo>
                <a:lnTo>
                  <a:pt x="3454" y="1672310"/>
                </a:lnTo>
                <a:lnTo>
                  <a:pt x="6083" y="1672310"/>
                </a:lnTo>
                <a:lnTo>
                  <a:pt x="7200" y="1671853"/>
                </a:lnTo>
                <a:lnTo>
                  <a:pt x="9067" y="1669986"/>
                </a:lnTo>
                <a:lnTo>
                  <a:pt x="9525" y="1668868"/>
                </a:lnTo>
                <a:lnTo>
                  <a:pt x="9525" y="1666240"/>
                </a:lnTo>
                <a:close/>
              </a:path>
              <a:path w="3914775" h="1672589">
                <a:moveTo>
                  <a:pt x="9525" y="1111973"/>
                </a:moveTo>
                <a:lnTo>
                  <a:pt x="9067" y="1110856"/>
                </a:lnTo>
                <a:lnTo>
                  <a:pt x="7200" y="1108989"/>
                </a:lnTo>
                <a:lnTo>
                  <a:pt x="6083" y="1108532"/>
                </a:lnTo>
                <a:lnTo>
                  <a:pt x="3454" y="1108532"/>
                </a:lnTo>
                <a:lnTo>
                  <a:pt x="2336" y="1108989"/>
                </a:lnTo>
                <a:lnTo>
                  <a:pt x="469" y="1110856"/>
                </a:lnTo>
                <a:lnTo>
                  <a:pt x="0" y="1111973"/>
                </a:lnTo>
                <a:lnTo>
                  <a:pt x="0" y="1114602"/>
                </a:lnTo>
                <a:lnTo>
                  <a:pt x="469" y="1115733"/>
                </a:lnTo>
                <a:lnTo>
                  <a:pt x="2336" y="1117587"/>
                </a:lnTo>
                <a:lnTo>
                  <a:pt x="3454" y="1118057"/>
                </a:lnTo>
                <a:lnTo>
                  <a:pt x="6083" y="1118057"/>
                </a:lnTo>
                <a:lnTo>
                  <a:pt x="7200" y="1117587"/>
                </a:lnTo>
                <a:lnTo>
                  <a:pt x="9067" y="1115733"/>
                </a:lnTo>
                <a:lnTo>
                  <a:pt x="9525" y="1114602"/>
                </a:lnTo>
                <a:lnTo>
                  <a:pt x="9525" y="1111973"/>
                </a:lnTo>
                <a:close/>
              </a:path>
              <a:path w="3914775" h="1672589">
                <a:moveTo>
                  <a:pt x="9525" y="557707"/>
                </a:moveTo>
                <a:lnTo>
                  <a:pt x="9067" y="556590"/>
                </a:lnTo>
                <a:lnTo>
                  <a:pt x="7200" y="554723"/>
                </a:lnTo>
                <a:lnTo>
                  <a:pt x="6083" y="554266"/>
                </a:lnTo>
                <a:lnTo>
                  <a:pt x="3454" y="554266"/>
                </a:lnTo>
                <a:lnTo>
                  <a:pt x="2336" y="554723"/>
                </a:lnTo>
                <a:lnTo>
                  <a:pt x="469" y="556590"/>
                </a:lnTo>
                <a:lnTo>
                  <a:pt x="0" y="557707"/>
                </a:lnTo>
                <a:lnTo>
                  <a:pt x="0" y="560336"/>
                </a:lnTo>
                <a:lnTo>
                  <a:pt x="469" y="561467"/>
                </a:lnTo>
                <a:lnTo>
                  <a:pt x="2336" y="563321"/>
                </a:lnTo>
                <a:lnTo>
                  <a:pt x="3454" y="563791"/>
                </a:lnTo>
                <a:lnTo>
                  <a:pt x="6083" y="563791"/>
                </a:lnTo>
                <a:lnTo>
                  <a:pt x="7200" y="563321"/>
                </a:lnTo>
                <a:lnTo>
                  <a:pt x="9067" y="561467"/>
                </a:lnTo>
                <a:lnTo>
                  <a:pt x="9525" y="560336"/>
                </a:lnTo>
                <a:lnTo>
                  <a:pt x="9525" y="557707"/>
                </a:lnTo>
                <a:close/>
              </a:path>
              <a:path w="3914775" h="1672589">
                <a:moveTo>
                  <a:pt x="9525" y="3441"/>
                </a:moveTo>
                <a:lnTo>
                  <a:pt x="9067" y="2324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24"/>
                </a:lnTo>
                <a:lnTo>
                  <a:pt x="0" y="3441"/>
                </a:lnTo>
                <a:lnTo>
                  <a:pt x="0" y="6070"/>
                </a:lnTo>
                <a:lnTo>
                  <a:pt x="469" y="7200"/>
                </a:lnTo>
                <a:lnTo>
                  <a:pt x="2336" y="9055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55"/>
                </a:lnTo>
                <a:lnTo>
                  <a:pt x="9067" y="7200"/>
                </a:lnTo>
                <a:lnTo>
                  <a:pt x="9525" y="6070"/>
                </a:lnTo>
                <a:lnTo>
                  <a:pt x="9525" y="3441"/>
                </a:lnTo>
                <a:close/>
              </a:path>
              <a:path w="3914775" h="1672589">
                <a:moveTo>
                  <a:pt x="57150" y="1666240"/>
                </a:moveTo>
                <a:lnTo>
                  <a:pt x="56692" y="1665122"/>
                </a:lnTo>
                <a:lnTo>
                  <a:pt x="54825" y="1663255"/>
                </a:lnTo>
                <a:lnTo>
                  <a:pt x="53708" y="1662785"/>
                </a:lnTo>
                <a:lnTo>
                  <a:pt x="51079" y="1662785"/>
                </a:lnTo>
                <a:lnTo>
                  <a:pt x="49961" y="1663255"/>
                </a:lnTo>
                <a:lnTo>
                  <a:pt x="48094" y="1665122"/>
                </a:lnTo>
                <a:lnTo>
                  <a:pt x="47625" y="1666240"/>
                </a:lnTo>
                <a:lnTo>
                  <a:pt x="47625" y="1668868"/>
                </a:lnTo>
                <a:lnTo>
                  <a:pt x="48094" y="1669986"/>
                </a:lnTo>
                <a:lnTo>
                  <a:pt x="49961" y="1671853"/>
                </a:lnTo>
                <a:lnTo>
                  <a:pt x="51079" y="1672310"/>
                </a:lnTo>
                <a:lnTo>
                  <a:pt x="53708" y="1672310"/>
                </a:lnTo>
                <a:lnTo>
                  <a:pt x="54825" y="1671853"/>
                </a:lnTo>
                <a:lnTo>
                  <a:pt x="56692" y="1669986"/>
                </a:lnTo>
                <a:lnTo>
                  <a:pt x="57150" y="1668868"/>
                </a:lnTo>
                <a:lnTo>
                  <a:pt x="57150" y="1666240"/>
                </a:lnTo>
                <a:close/>
              </a:path>
              <a:path w="3914775" h="1672589">
                <a:moveTo>
                  <a:pt x="57150" y="1111973"/>
                </a:moveTo>
                <a:lnTo>
                  <a:pt x="56692" y="1110856"/>
                </a:lnTo>
                <a:lnTo>
                  <a:pt x="54825" y="1108989"/>
                </a:lnTo>
                <a:lnTo>
                  <a:pt x="53708" y="1108532"/>
                </a:lnTo>
                <a:lnTo>
                  <a:pt x="51079" y="1108532"/>
                </a:lnTo>
                <a:lnTo>
                  <a:pt x="49961" y="1108989"/>
                </a:lnTo>
                <a:lnTo>
                  <a:pt x="48094" y="1110856"/>
                </a:lnTo>
                <a:lnTo>
                  <a:pt x="47625" y="1111973"/>
                </a:lnTo>
                <a:lnTo>
                  <a:pt x="47625" y="1114602"/>
                </a:lnTo>
                <a:lnTo>
                  <a:pt x="48094" y="1115733"/>
                </a:lnTo>
                <a:lnTo>
                  <a:pt x="49961" y="1117587"/>
                </a:lnTo>
                <a:lnTo>
                  <a:pt x="51079" y="1118057"/>
                </a:lnTo>
                <a:lnTo>
                  <a:pt x="53708" y="1118057"/>
                </a:lnTo>
                <a:lnTo>
                  <a:pt x="54825" y="1117587"/>
                </a:lnTo>
                <a:lnTo>
                  <a:pt x="56692" y="1115733"/>
                </a:lnTo>
                <a:lnTo>
                  <a:pt x="57150" y="1114602"/>
                </a:lnTo>
                <a:lnTo>
                  <a:pt x="57150" y="1111973"/>
                </a:lnTo>
                <a:close/>
              </a:path>
              <a:path w="3914775" h="1672589">
                <a:moveTo>
                  <a:pt x="57150" y="557707"/>
                </a:moveTo>
                <a:lnTo>
                  <a:pt x="56692" y="556590"/>
                </a:lnTo>
                <a:lnTo>
                  <a:pt x="54825" y="554723"/>
                </a:lnTo>
                <a:lnTo>
                  <a:pt x="53708" y="554266"/>
                </a:lnTo>
                <a:lnTo>
                  <a:pt x="51079" y="554266"/>
                </a:lnTo>
                <a:lnTo>
                  <a:pt x="49961" y="554723"/>
                </a:lnTo>
                <a:lnTo>
                  <a:pt x="48094" y="556590"/>
                </a:lnTo>
                <a:lnTo>
                  <a:pt x="47625" y="557707"/>
                </a:lnTo>
                <a:lnTo>
                  <a:pt x="47625" y="560336"/>
                </a:lnTo>
                <a:lnTo>
                  <a:pt x="48094" y="561467"/>
                </a:lnTo>
                <a:lnTo>
                  <a:pt x="49961" y="563321"/>
                </a:lnTo>
                <a:lnTo>
                  <a:pt x="51079" y="563791"/>
                </a:lnTo>
                <a:lnTo>
                  <a:pt x="53708" y="563791"/>
                </a:lnTo>
                <a:lnTo>
                  <a:pt x="54825" y="563321"/>
                </a:lnTo>
                <a:lnTo>
                  <a:pt x="56692" y="561467"/>
                </a:lnTo>
                <a:lnTo>
                  <a:pt x="57150" y="560336"/>
                </a:lnTo>
                <a:lnTo>
                  <a:pt x="57150" y="557707"/>
                </a:lnTo>
                <a:close/>
              </a:path>
              <a:path w="3914775" h="1672589">
                <a:moveTo>
                  <a:pt x="57150" y="3441"/>
                </a:moveTo>
                <a:lnTo>
                  <a:pt x="56692" y="2324"/>
                </a:lnTo>
                <a:lnTo>
                  <a:pt x="54825" y="469"/>
                </a:lnTo>
                <a:lnTo>
                  <a:pt x="53708" y="0"/>
                </a:lnTo>
                <a:lnTo>
                  <a:pt x="51079" y="0"/>
                </a:lnTo>
                <a:lnTo>
                  <a:pt x="49961" y="469"/>
                </a:lnTo>
                <a:lnTo>
                  <a:pt x="48094" y="2324"/>
                </a:lnTo>
                <a:lnTo>
                  <a:pt x="47625" y="3441"/>
                </a:lnTo>
                <a:lnTo>
                  <a:pt x="47625" y="6070"/>
                </a:lnTo>
                <a:lnTo>
                  <a:pt x="48094" y="7200"/>
                </a:lnTo>
                <a:lnTo>
                  <a:pt x="49961" y="9055"/>
                </a:lnTo>
                <a:lnTo>
                  <a:pt x="51079" y="9525"/>
                </a:lnTo>
                <a:lnTo>
                  <a:pt x="53708" y="9525"/>
                </a:lnTo>
                <a:lnTo>
                  <a:pt x="54825" y="9055"/>
                </a:lnTo>
                <a:lnTo>
                  <a:pt x="56692" y="7200"/>
                </a:lnTo>
                <a:lnTo>
                  <a:pt x="57150" y="6070"/>
                </a:lnTo>
                <a:lnTo>
                  <a:pt x="57150" y="3441"/>
                </a:lnTo>
                <a:close/>
              </a:path>
              <a:path w="3914775" h="1672589">
                <a:moveTo>
                  <a:pt x="104775" y="1666240"/>
                </a:moveTo>
                <a:lnTo>
                  <a:pt x="104317" y="1665122"/>
                </a:lnTo>
                <a:lnTo>
                  <a:pt x="102450" y="1663255"/>
                </a:lnTo>
                <a:lnTo>
                  <a:pt x="101333" y="1662785"/>
                </a:lnTo>
                <a:lnTo>
                  <a:pt x="98704" y="1662785"/>
                </a:lnTo>
                <a:lnTo>
                  <a:pt x="97586" y="1663255"/>
                </a:lnTo>
                <a:lnTo>
                  <a:pt x="95719" y="1665122"/>
                </a:lnTo>
                <a:lnTo>
                  <a:pt x="95250" y="1666240"/>
                </a:lnTo>
                <a:lnTo>
                  <a:pt x="95250" y="1668868"/>
                </a:lnTo>
                <a:lnTo>
                  <a:pt x="95719" y="1669986"/>
                </a:lnTo>
                <a:lnTo>
                  <a:pt x="97586" y="1671853"/>
                </a:lnTo>
                <a:lnTo>
                  <a:pt x="98704" y="1672310"/>
                </a:lnTo>
                <a:lnTo>
                  <a:pt x="101333" y="1672310"/>
                </a:lnTo>
                <a:lnTo>
                  <a:pt x="102450" y="1671853"/>
                </a:lnTo>
                <a:lnTo>
                  <a:pt x="104317" y="1669986"/>
                </a:lnTo>
                <a:lnTo>
                  <a:pt x="104775" y="1668868"/>
                </a:lnTo>
                <a:lnTo>
                  <a:pt x="104775" y="1666240"/>
                </a:lnTo>
                <a:close/>
              </a:path>
              <a:path w="3914775" h="1672589">
                <a:moveTo>
                  <a:pt x="104775" y="1111973"/>
                </a:moveTo>
                <a:lnTo>
                  <a:pt x="104317" y="1110856"/>
                </a:lnTo>
                <a:lnTo>
                  <a:pt x="102450" y="1108989"/>
                </a:lnTo>
                <a:lnTo>
                  <a:pt x="101333" y="1108532"/>
                </a:lnTo>
                <a:lnTo>
                  <a:pt x="98704" y="1108532"/>
                </a:lnTo>
                <a:lnTo>
                  <a:pt x="97586" y="1108989"/>
                </a:lnTo>
                <a:lnTo>
                  <a:pt x="95719" y="1110856"/>
                </a:lnTo>
                <a:lnTo>
                  <a:pt x="95250" y="1111973"/>
                </a:lnTo>
                <a:lnTo>
                  <a:pt x="95250" y="1114602"/>
                </a:lnTo>
                <a:lnTo>
                  <a:pt x="95719" y="1115733"/>
                </a:lnTo>
                <a:lnTo>
                  <a:pt x="97586" y="1117587"/>
                </a:lnTo>
                <a:lnTo>
                  <a:pt x="98704" y="1118057"/>
                </a:lnTo>
                <a:lnTo>
                  <a:pt x="101333" y="1118057"/>
                </a:lnTo>
                <a:lnTo>
                  <a:pt x="102450" y="1117587"/>
                </a:lnTo>
                <a:lnTo>
                  <a:pt x="104317" y="1115733"/>
                </a:lnTo>
                <a:lnTo>
                  <a:pt x="104775" y="1114602"/>
                </a:lnTo>
                <a:lnTo>
                  <a:pt x="104775" y="1111973"/>
                </a:lnTo>
                <a:close/>
              </a:path>
              <a:path w="3914775" h="1672589">
                <a:moveTo>
                  <a:pt x="104775" y="557707"/>
                </a:moveTo>
                <a:lnTo>
                  <a:pt x="104317" y="556590"/>
                </a:lnTo>
                <a:lnTo>
                  <a:pt x="102450" y="554723"/>
                </a:lnTo>
                <a:lnTo>
                  <a:pt x="101333" y="554266"/>
                </a:lnTo>
                <a:lnTo>
                  <a:pt x="98704" y="554266"/>
                </a:lnTo>
                <a:lnTo>
                  <a:pt x="97586" y="554723"/>
                </a:lnTo>
                <a:lnTo>
                  <a:pt x="95719" y="556590"/>
                </a:lnTo>
                <a:lnTo>
                  <a:pt x="95250" y="557707"/>
                </a:lnTo>
                <a:lnTo>
                  <a:pt x="95250" y="560336"/>
                </a:lnTo>
                <a:lnTo>
                  <a:pt x="95719" y="561467"/>
                </a:lnTo>
                <a:lnTo>
                  <a:pt x="97586" y="563321"/>
                </a:lnTo>
                <a:lnTo>
                  <a:pt x="98704" y="563791"/>
                </a:lnTo>
                <a:lnTo>
                  <a:pt x="101333" y="563791"/>
                </a:lnTo>
                <a:lnTo>
                  <a:pt x="102450" y="563321"/>
                </a:lnTo>
                <a:lnTo>
                  <a:pt x="104317" y="561467"/>
                </a:lnTo>
                <a:lnTo>
                  <a:pt x="104775" y="560336"/>
                </a:lnTo>
                <a:lnTo>
                  <a:pt x="104775" y="557707"/>
                </a:lnTo>
                <a:close/>
              </a:path>
              <a:path w="3914775" h="1672589">
                <a:moveTo>
                  <a:pt x="104775" y="3441"/>
                </a:moveTo>
                <a:lnTo>
                  <a:pt x="104317" y="2324"/>
                </a:lnTo>
                <a:lnTo>
                  <a:pt x="102450" y="469"/>
                </a:lnTo>
                <a:lnTo>
                  <a:pt x="101333" y="0"/>
                </a:lnTo>
                <a:lnTo>
                  <a:pt x="98704" y="0"/>
                </a:lnTo>
                <a:lnTo>
                  <a:pt x="97586" y="469"/>
                </a:lnTo>
                <a:lnTo>
                  <a:pt x="95719" y="2324"/>
                </a:lnTo>
                <a:lnTo>
                  <a:pt x="95250" y="3441"/>
                </a:lnTo>
                <a:lnTo>
                  <a:pt x="95250" y="6070"/>
                </a:lnTo>
                <a:lnTo>
                  <a:pt x="95719" y="7200"/>
                </a:lnTo>
                <a:lnTo>
                  <a:pt x="97586" y="9055"/>
                </a:lnTo>
                <a:lnTo>
                  <a:pt x="98704" y="9525"/>
                </a:lnTo>
                <a:lnTo>
                  <a:pt x="101333" y="9525"/>
                </a:lnTo>
                <a:lnTo>
                  <a:pt x="102450" y="9055"/>
                </a:lnTo>
                <a:lnTo>
                  <a:pt x="104317" y="7200"/>
                </a:lnTo>
                <a:lnTo>
                  <a:pt x="104775" y="6070"/>
                </a:lnTo>
                <a:lnTo>
                  <a:pt x="104775" y="3441"/>
                </a:lnTo>
                <a:close/>
              </a:path>
              <a:path w="3914775" h="1672589">
                <a:moveTo>
                  <a:pt x="152400" y="1666240"/>
                </a:moveTo>
                <a:lnTo>
                  <a:pt x="151942" y="1665122"/>
                </a:lnTo>
                <a:lnTo>
                  <a:pt x="150075" y="1663255"/>
                </a:lnTo>
                <a:lnTo>
                  <a:pt x="148958" y="1662785"/>
                </a:lnTo>
                <a:lnTo>
                  <a:pt x="146329" y="1662785"/>
                </a:lnTo>
                <a:lnTo>
                  <a:pt x="145211" y="1663255"/>
                </a:lnTo>
                <a:lnTo>
                  <a:pt x="143344" y="1665122"/>
                </a:lnTo>
                <a:lnTo>
                  <a:pt x="142875" y="1666240"/>
                </a:lnTo>
                <a:lnTo>
                  <a:pt x="142875" y="1668868"/>
                </a:lnTo>
                <a:lnTo>
                  <a:pt x="143344" y="1669986"/>
                </a:lnTo>
                <a:lnTo>
                  <a:pt x="145211" y="1671853"/>
                </a:lnTo>
                <a:lnTo>
                  <a:pt x="146329" y="1672310"/>
                </a:lnTo>
                <a:lnTo>
                  <a:pt x="148958" y="1672310"/>
                </a:lnTo>
                <a:lnTo>
                  <a:pt x="150075" y="1671853"/>
                </a:lnTo>
                <a:lnTo>
                  <a:pt x="151942" y="1669986"/>
                </a:lnTo>
                <a:lnTo>
                  <a:pt x="152400" y="1668868"/>
                </a:lnTo>
                <a:lnTo>
                  <a:pt x="152400" y="1666240"/>
                </a:lnTo>
                <a:close/>
              </a:path>
              <a:path w="3914775" h="1672589">
                <a:moveTo>
                  <a:pt x="152400" y="1111973"/>
                </a:moveTo>
                <a:lnTo>
                  <a:pt x="151942" y="1110856"/>
                </a:lnTo>
                <a:lnTo>
                  <a:pt x="150075" y="1108989"/>
                </a:lnTo>
                <a:lnTo>
                  <a:pt x="148958" y="1108532"/>
                </a:lnTo>
                <a:lnTo>
                  <a:pt x="146329" y="1108532"/>
                </a:lnTo>
                <a:lnTo>
                  <a:pt x="145211" y="1108989"/>
                </a:lnTo>
                <a:lnTo>
                  <a:pt x="143344" y="1110856"/>
                </a:lnTo>
                <a:lnTo>
                  <a:pt x="142875" y="1111973"/>
                </a:lnTo>
                <a:lnTo>
                  <a:pt x="142875" y="1114602"/>
                </a:lnTo>
                <a:lnTo>
                  <a:pt x="143344" y="1115733"/>
                </a:lnTo>
                <a:lnTo>
                  <a:pt x="145211" y="1117587"/>
                </a:lnTo>
                <a:lnTo>
                  <a:pt x="146329" y="1118057"/>
                </a:lnTo>
                <a:lnTo>
                  <a:pt x="148958" y="1118057"/>
                </a:lnTo>
                <a:lnTo>
                  <a:pt x="150075" y="1117587"/>
                </a:lnTo>
                <a:lnTo>
                  <a:pt x="151942" y="1115733"/>
                </a:lnTo>
                <a:lnTo>
                  <a:pt x="152400" y="1114602"/>
                </a:lnTo>
                <a:lnTo>
                  <a:pt x="152400" y="1111973"/>
                </a:lnTo>
                <a:close/>
              </a:path>
              <a:path w="3914775" h="1672589">
                <a:moveTo>
                  <a:pt x="152400" y="557707"/>
                </a:moveTo>
                <a:lnTo>
                  <a:pt x="151942" y="556590"/>
                </a:lnTo>
                <a:lnTo>
                  <a:pt x="150075" y="554723"/>
                </a:lnTo>
                <a:lnTo>
                  <a:pt x="148958" y="554266"/>
                </a:lnTo>
                <a:lnTo>
                  <a:pt x="146329" y="554266"/>
                </a:lnTo>
                <a:lnTo>
                  <a:pt x="145211" y="554723"/>
                </a:lnTo>
                <a:lnTo>
                  <a:pt x="143344" y="556590"/>
                </a:lnTo>
                <a:lnTo>
                  <a:pt x="142875" y="557707"/>
                </a:lnTo>
                <a:lnTo>
                  <a:pt x="142875" y="560336"/>
                </a:lnTo>
                <a:lnTo>
                  <a:pt x="143344" y="561467"/>
                </a:lnTo>
                <a:lnTo>
                  <a:pt x="145211" y="563321"/>
                </a:lnTo>
                <a:lnTo>
                  <a:pt x="146329" y="563791"/>
                </a:lnTo>
                <a:lnTo>
                  <a:pt x="148958" y="563791"/>
                </a:lnTo>
                <a:lnTo>
                  <a:pt x="150075" y="563321"/>
                </a:lnTo>
                <a:lnTo>
                  <a:pt x="151942" y="561467"/>
                </a:lnTo>
                <a:lnTo>
                  <a:pt x="152400" y="560336"/>
                </a:lnTo>
                <a:lnTo>
                  <a:pt x="152400" y="557707"/>
                </a:lnTo>
                <a:close/>
              </a:path>
              <a:path w="3914775" h="1672589">
                <a:moveTo>
                  <a:pt x="152400" y="3441"/>
                </a:moveTo>
                <a:lnTo>
                  <a:pt x="151942" y="2324"/>
                </a:lnTo>
                <a:lnTo>
                  <a:pt x="150075" y="469"/>
                </a:lnTo>
                <a:lnTo>
                  <a:pt x="148958" y="0"/>
                </a:lnTo>
                <a:lnTo>
                  <a:pt x="146329" y="0"/>
                </a:lnTo>
                <a:lnTo>
                  <a:pt x="145211" y="469"/>
                </a:lnTo>
                <a:lnTo>
                  <a:pt x="143344" y="2324"/>
                </a:lnTo>
                <a:lnTo>
                  <a:pt x="142875" y="3441"/>
                </a:lnTo>
                <a:lnTo>
                  <a:pt x="142875" y="6070"/>
                </a:lnTo>
                <a:lnTo>
                  <a:pt x="143344" y="7200"/>
                </a:lnTo>
                <a:lnTo>
                  <a:pt x="145211" y="9055"/>
                </a:lnTo>
                <a:lnTo>
                  <a:pt x="146329" y="9525"/>
                </a:lnTo>
                <a:lnTo>
                  <a:pt x="148958" y="9525"/>
                </a:lnTo>
                <a:lnTo>
                  <a:pt x="150075" y="9055"/>
                </a:lnTo>
                <a:lnTo>
                  <a:pt x="151942" y="7200"/>
                </a:lnTo>
                <a:lnTo>
                  <a:pt x="152400" y="6070"/>
                </a:lnTo>
                <a:lnTo>
                  <a:pt x="152400" y="3441"/>
                </a:lnTo>
                <a:close/>
              </a:path>
              <a:path w="3914775" h="1672589">
                <a:moveTo>
                  <a:pt x="200025" y="1666240"/>
                </a:moveTo>
                <a:lnTo>
                  <a:pt x="199567" y="1665122"/>
                </a:lnTo>
                <a:lnTo>
                  <a:pt x="197700" y="1663255"/>
                </a:lnTo>
                <a:lnTo>
                  <a:pt x="196583" y="1662785"/>
                </a:lnTo>
                <a:lnTo>
                  <a:pt x="193954" y="1662785"/>
                </a:lnTo>
                <a:lnTo>
                  <a:pt x="192836" y="1663255"/>
                </a:lnTo>
                <a:lnTo>
                  <a:pt x="190969" y="1665122"/>
                </a:lnTo>
                <a:lnTo>
                  <a:pt x="190500" y="1666240"/>
                </a:lnTo>
                <a:lnTo>
                  <a:pt x="190500" y="1668868"/>
                </a:lnTo>
                <a:lnTo>
                  <a:pt x="190969" y="1669986"/>
                </a:lnTo>
                <a:lnTo>
                  <a:pt x="192836" y="1671853"/>
                </a:lnTo>
                <a:lnTo>
                  <a:pt x="193954" y="1672310"/>
                </a:lnTo>
                <a:lnTo>
                  <a:pt x="196583" y="1672310"/>
                </a:lnTo>
                <a:lnTo>
                  <a:pt x="197700" y="1671853"/>
                </a:lnTo>
                <a:lnTo>
                  <a:pt x="199567" y="1669986"/>
                </a:lnTo>
                <a:lnTo>
                  <a:pt x="200025" y="1668868"/>
                </a:lnTo>
                <a:lnTo>
                  <a:pt x="200025" y="1666240"/>
                </a:lnTo>
                <a:close/>
              </a:path>
              <a:path w="3914775" h="1672589">
                <a:moveTo>
                  <a:pt x="200025" y="1111973"/>
                </a:moveTo>
                <a:lnTo>
                  <a:pt x="199567" y="1110856"/>
                </a:lnTo>
                <a:lnTo>
                  <a:pt x="197700" y="1108989"/>
                </a:lnTo>
                <a:lnTo>
                  <a:pt x="196583" y="1108532"/>
                </a:lnTo>
                <a:lnTo>
                  <a:pt x="193954" y="1108532"/>
                </a:lnTo>
                <a:lnTo>
                  <a:pt x="192836" y="1108989"/>
                </a:lnTo>
                <a:lnTo>
                  <a:pt x="190969" y="1110856"/>
                </a:lnTo>
                <a:lnTo>
                  <a:pt x="190500" y="1111973"/>
                </a:lnTo>
                <a:lnTo>
                  <a:pt x="190500" y="1114602"/>
                </a:lnTo>
                <a:lnTo>
                  <a:pt x="190969" y="1115733"/>
                </a:lnTo>
                <a:lnTo>
                  <a:pt x="192836" y="1117587"/>
                </a:lnTo>
                <a:lnTo>
                  <a:pt x="193954" y="1118057"/>
                </a:lnTo>
                <a:lnTo>
                  <a:pt x="196583" y="1118057"/>
                </a:lnTo>
                <a:lnTo>
                  <a:pt x="197700" y="1117587"/>
                </a:lnTo>
                <a:lnTo>
                  <a:pt x="199567" y="1115733"/>
                </a:lnTo>
                <a:lnTo>
                  <a:pt x="200025" y="1114602"/>
                </a:lnTo>
                <a:lnTo>
                  <a:pt x="200025" y="1111973"/>
                </a:lnTo>
                <a:close/>
              </a:path>
              <a:path w="3914775" h="1672589">
                <a:moveTo>
                  <a:pt x="200025" y="557707"/>
                </a:moveTo>
                <a:lnTo>
                  <a:pt x="199567" y="556590"/>
                </a:lnTo>
                <a:lnTo>
                  <a:pt x="197700" y="554723"/>
                </a:lnTo>
                <a:lnTo>
                  <a:pt x="196583" y="554266"/>
                </a:lnTo>
                <a:lnTo>
                  <a:pt x="193954" y="554266"/>
                </a:lnTo>
                <a:lnTo>
                  <a:pt x="192836" y="554723"/>
                </a:lnTo>
                <a:lnTo>
                  <a:pt x="190969" y="556590"/>
                </a:lnTo>
                <a:lnTo>
                  <a:pt x="190500" y="557707"/>
                </a:lnTo>
                <a:lnTo>
                  <a:pt x="190500" y="560336"/>
                </a:lnTo>
                <a:lnTo>
                  <a:pt x="190969" y="561467"/>
                </a:lnTo>
                <a:lnTo>
                  <a:pt x="192836" y="563321"/>
                </a:lnTo>
                <a:lnTo>
                  <a:pt x="193954" y="563791"/>
                </a:lnTo>
                <a:lnTo>
                  <a:pt x="196583" y="563791"/>
                </a:lnTo>
                <a:lnTo>
                  <a:pt x="197700" y="563321"/>
                </a:lnTo>
                <a:lnTo>
                  <a:pt x="199567" y="561467"/>
                </a:lnTo>
                <a:lnTo>
                  <a:pt x="200025" y="560336"/>
                </a:lnTo>
                <a:lnTo>
                  <a:pt x="200025" y="557707"/>
                </a:lnTo>
                <a:close/>
              </a:path>
              <a:path w="3914775" h="1672589">
                <a:moveTo>
                  <a:pt x="200025" y="3441"/>
                </a:moveTo>
                <a:lnTo>
                  <a:pt x="199567" y="2324"/>
                </a:lnTo>
                <a:lnTo>
                  <a:pt x="197700" y="469"/>
                </a:lnTo>
                <a:lnTo>
                  <a:pt x="196583" y="0"/>
                </a:lnTo>
                <a:lnTo>
                  <a:pt x="193954" y="0"/>
                </a:lnTo>
                <a:lnTo>
                  <a:pt x="192836" y="469"/>
                </a:lnTo>
                <a:lnTo>
                  <a:pt x="190969" y="2324"/>
                </a:lnTo>
                <a:lnTo>
                  <a:pt x="190500" y="3441"/>
                </a:lnTo>
                <a:lnTo>
                  <a:pt x="190500" y="6070"/>
                </a:lnTo>
                <a:lnTo>
                  <a:pt x="190969" y="7200"/>
                </a:lnTo>
                <a:lnTo>
                  <a:pt x="192836" y="9055"/>
                </a:lnTo>
                <a:lnTo>
                  <a:pt x="193954" y="9525"/>
                </a:lnTo>
                <a:lnTo>
                  <a:pt x="196583" y="9525"/>
                </a:lnTo>
                <a:lnTo>
                  <a:pt x="197700" y="9055"/>
                </a:lnTo>
                <a:lnTo>
                  <a:pt x="199567" y="7200"/>
                </a:lnTo>
                <a:lnTo>
                  <a:pt x="200025" y="6070"/>
                </a:lnTo>
                <a:lnTo>
                  <a:pt x="200025" y="3441"/>
                </a:lnTo>
                <a:close/>
              </a:path>
              <a:path w="3914775" h="1672589">
                <a:moveTo>
                  <a:pt x="247650" y="1666240"/>
                </a:moveTo>
                <a:lnTo>
                  <a:pt x="247192" y="1665122"/>
                </a:lnTo>
                <a:lnTo>
                  <a:pt x="245325" y="1663255"/>
                </a:lnTo>
                <a:lnTo>
                  <a:pt x="244208" y="1662785"/>
                </a:lnTo>
                <a:lnTo>
                  <a:pt x="241579" y="1662785"/>
                </a:lnTo>
                <a:lnTo>
                  <a:pt x="240461" y="1663255"/>
                </a:lnTo>
                <a:lnTo>
                  <a:pt x="238594" y="1665122"/>
                </a:lnTo>
                <a:lnTo>
                  <a:pt x="238125" y="1666240"/>
                </a:lnTo>
                <a:lnTo>
                  <a:pt x="238125" y="1668868"/>
                </a:lnTo>
                <a:lnTo>
                  <a:pt x="238594" y="1669986"/>
                </a:lnTo>
                <a:lnTo>
                  <a:pt x="240461" y="1671853"/>
                </a:lnTo>
                <a:lnTo>
                  <a:pt x="241579" y="1672310"/>
                </a:lnTo>
                <a:lnTo>
                  <a:pt x="244208" y="1672310"/>
                </a:lnTo>
                <a:lnTo>
                  <a:pt x="245325" y="1671853"/>
                </a:lnTo>
                <a:lnTo>
                  <a:pt x="247192" y="1669986"/>
                </a:lnTo>
                <a:lnTo>
                  <a:pt x="247650" y="1668868"/>
                </a:lnTo>
                <a:lnTo>
                  <a:pt x="247650" y="1666240"/>
                </a:lnTo>
                <a:close/>
              </a:path>
              <a:path w="3914775" h="1672589">
                <a:moveTo>
                  <a:pt x="247650" y="1111973"/>
                </a:moveTo>
                <a:lnTo>
                  <a:pt x="247192" y="1110856"/>
                </a:lnTo>
                <a:lnTo>
                  <a:pt x="245325" y="1108989"/>
                </a:lnTo>
                <a:lnTo>
                  <a:pt x="244208" y="1108532"/>
                </a:lnTo>
                <a:lnTo>
                  <a:pt x="241579" y="1108532"/>
                </a:lnTo>
                <a:lnTo>
                  <a:pt x="240461" y="1108989"/>
                </a:lnTo>
                <a:lnTo>
                  <a:pt x="238594" y="1110856"/>
                </a:lnTo>
                <a:lnTo>
                  <a:pt x="238125" y="1111973"/>
                </a:lnTo>
                <a:lnTo>
                  <a:pt x="238125" y="1114602"/>
                </a:lnTo>
                <a:lnTo>
                  <a:pt x="238594" y="1115733"/>
                </a:lnTo>
                <a:lnTo>
                  <a:pt x="240461" y="1117587"/>
                </a:lnTo>
                <a:lnTo>
                  <a:pt x="241579" y="1118057"/>
                </a:lnTo>
                <a:lnTo>
                  <a:pt x="244208" y="1118057"/>
                </a:lnTo>
                <a:lnTo>
                  <a:pt x="245325" y="1117587"/>
                </a:lnTo>
                <a:lnTo>
                  <a:pt x="247192" y="1115733"/>
                </a:lnTo>
                <a:lnTo>
                  <a:pt x="247650" y="1114602"/>
                </a:lnTo>
                <a:lnTo>
                  <a:pt x="247650" y="1111973"/>
                </a:lnTo>
                <a:close/>
              </a:path>
              <a:path w="3914775" h="1672589">
                <a:moveTo>
                  <a:pt x="247650" y="557707"/>
                </a:moveTo>
                <a:lnTo>
                  <a:pt x="247192" y="556590"/>
                </a:lnTo>
                <a:lnTo>
                  <a:pt x="245325" y="554723"/>
                </a:lnTo>
                <a:lnTo>
                  <a:pt x="244208" y="554266"/>
                </a:lnTo>
                <a:lnTo>
                  <a:pt x="241579" y="554266"/>
                </a:lnTo>
                <a:lnTo>
                  <a:pt x="240461" y="554723"/>
                </a:lnTo>
                <a:lnTo>
                  <a:pt x="238594" y="556590"/>
                </a:lnTo>
                <a:lnTo>
                  <a:pt x="238125" y="557707"/>
                </a:lnTo>
                <a:lnTo>
                  <a:pt x="238125" y="560336"/>
                </a:lnTo>
                <a:lnTo>
                  <a:pt x="238594" y="561467"/>
                </a:lnTo>
                <a:lnTo>
                  <a:pt x="240461" y="563321"/>
                </a:lnTo>
                <a:lnTo>
                  <a:pt x="241579" y="563791"/>
                </a:lnTo>
                <a:lnTo>
                  <a:pt x="244208" y="563791"/>
                </a:lnTo>
                <a:lnTo>
                  <a:pt x="245325" y="563321"/>
                </a:lnTo>
                <a:lnTo>
                  <a:pt x="247192" y="561467"/>
                </a:lnTo>
                <a:lnTo>
                  <a:pt x="247650" y="560336"/>
                </a:lnTo>
                <a:lnTo>
                  <a:pt x="247650" y="557707"/>
                </a:lnTo>
                <a:close/>
              </a:path>
              <a:path w="3914775" h="1672589">
                <a:moveTo>
                  <a:pt x="247650" y="3441"/>
                </a:moveTo>
                <a:lnTo>
                  <a:pt x="247192" y="2324"/>
                </a:lnTo>
                <a:lnTo>
                  <a:pt x="245325" y="469"/>
                </a:lnTo>
                <a:lnTo>
                  <a:pt x="244208" y="0"/>
                </a:lnTo>
                <a:lnTo>
                  <a:pt x="241579" y="0"/>
                </a:lnTo>
                <a:lnTo>
                  <a:pt x="240461" y="469"/>
                </a:lnTo>
                <a:lnTo>
                  <a:pt x="238594" y="2324"/>
                </a:lnTo>
                <a:lnTo>
                  <a:pt x="238125" y="3441"/>
                </a:lnTo>
                <a:lnTo>
                  <a:pt x="238125" y="6070"/>
                </a:lnTo>
                <a:lnTo>
                  <a:pt x="238594" y="7200"/>
                </a:lnTo>
                <a:lnTo>
                  <a:pt x="240461" y="9055"/>
                </a:lnTo>
                <a:lnTo>
                  <a:pt x="241579" y="9525"/>
                </a:lnTo>
                <a:lnTo>
                  <a:pt x="244208" y="9525"/>
                </a:lnTo>
                <a:lnTo>
                  <a:pt x="245325" y="9055"/>
                </a:lnTo>
                <a:lnTo>
                  <a:pt x="247192" y="7200"/>
                </a:lnTo>
                <a:lnTo>
                  <a:pt x="247650" y="6070"/>
                </a:lnTo>
                <a:lnTo>
                  <a:pt x="247650" y="3441"/>
                </a:lnTo>
                <a:close/>
              </a:path>
              <a:path w="3914775" h="1672589">
                <a:moveTo>
                  <a:pt x="295275" y="1666240"/>
                </a:moveTo>
                <a:lnTo>
                  <a:pt x="294817" y="1665122"/>
                </a:lnTo>
                <a:lnTo>
                  <a:pt x="292950" y="1663255"/>
                </a:lnTo>
                <a:lnTo>
                  <a:pt x="291833" y="1662785"/>
                </a:lnTo>
                <a:lnTo>
                  <a:pt x="289204" y="1662785"/>
                </a:lnTo>
                <a:lnTo>
                  <a:pt x="288086" y="1663255"/>
                </a:lnTo>
                <a:lnTo>
                  <a:pt x="286219" y="1665122"/>
                </a:lnTo>
                <a:lnTo>
                  <a:pt x="285750" y="1666240"/>
                </a:lnTo>
                <a:lnTo>
                  <a:pt x="285750" y="1668868"/>
                </a:lnTo>
                <a:lnTo>
                  <a:pt x="286219" y="1669986"/>
                </a:lnTo>
                <a:lnTo>
                  <a:pt x="288086" y="1671853"/>
                </a:lnTo>
                <a:lnTo>
                  <a:pt x="289204" y="1672310"/>
                </a:lnTo>
                <a:lnTo>
                  <a:pt x="291833" y="1672310"/>
                </a:lnTo>
                <a:lnTo>
                  <a:pt x="292950" y="1671853"/>
                </a:lnTo>
                <a:lnTo>
                  <a:pt x="294817" y="1669986"/>
                </a:lnTo>
                <a:lnTo>
                  <a:pt x="295275" y="1668868"/>
                </a:lnTo>
                <a:lnTo>
                  <a:pt x="295275" y="1666240"/>
                </a:lnTo>
                <a:close/>
              </a:path>
              <a:path w="3914775" h="1672589">
                <a:moveTo>
                  <a:pt x="295275" y="1111973"/>
                </a:moveTo>
                <a:lnTo>
                  <a:pt x="294817" y="1110856"/>
                </a:lnTo>
                <a:lnTo>
                  <a:pt x="292950" y="1108989"/>
                </a:lnTo>
                <a:lnTo>
                  <a:pt x="291833" y="1108532"/>
                </a:lnTo>
                <a:lnTo>
                  <a:pt x="289204" y="1108532"/>
                </a:lnTo>
                <a:lnTo>
                  <a:pt x="288086" y="1108989"/>
                </a:lnTo>
                <a:lnTo>
                  <a:pt x="286219" y="1110856"/>
                </a:lnTo>
                <a:lnTo>
                  <a:pt x="285750" y="1111973"/>
                </a:lnTo>
                <a:lnTo>
                  <a:pt x="285750" y="1114602"/>
                </a:lnTo>
                <a:lnTo>
                  <a:pt x="286219" y="1115733"/>
                </a:lnTo>
                <a:lnTo>
                  <a:pt x="288086" y="1117587"/>
                </a:lnTo>
                <a:lnTo>
                  <a:pt x="289204" y="1118057"/>
                </a:lnTo>
                <a:lnTo>
                  <a:pt x="291833" y="1118057"/>
                </a:lnTo>
                <a:lnTo>
                  <a:pt x="292950" y="1117587"/>
                </a:lnTo>
                <a:lnTo>
                  <a:pt x="294817" y="1115733"/>
                </a:lnTo>
                <a:lnTo>
                  <a:pt x="295275" y="1114602"/>
                </a:lnTo>
                <a:lnTo>
                  <a:pt x="295275" y="1111973"/>
                </a:lnTo>
                <a:close/>
              </a:path>
              <a:path w="3914775" h="1672589">
                <a:moveTo>
                  <a:pt x="295275" y="557707"/>
                </a:moveTo>
                <a:lnTo>
                  <a:pt x="294817" y="556590"/>
                </a:lnTo>
                <a:lnTo>
                  <a:pt x="292950" y="554723"/>
                </a:lnTo>
                <a:lnTo>
                  <a:pt x="291833" y="554266"/>
                </a:lnTo>
                <a:lnTo>
                  <a:pt x="289204" y="554266"/>
                </a:lnTo>
                <a:lnTo>
                  <a:pt x="288086" y="554723"/>
                </a:lnTo>
                <a:lnTo>
                  <a:pt x="286219" y="556590"/>
                </a:lnTo>
                <a:lnTo>
                  <a:pt x="285750" y="557707"/>
                </a:lnTo>
                <a:lnTo>
                  <a:pt x="285750" y="560336"/>
                </a:lnTo>
                <a:lnTo>
                  <a:pt x="286219" y="561467"/>
                </a:lnTo>
                <a:lnTo>
                  <a:pt x="288086" y="563321"/>
                </a:lnTo>
                <a:lnTo>
                  <a:pt x="289204" y="563791"/>
                </a:lnTo>
                <a:lnTo>
                  <a:pt x="291833" y="563791"/>
                </a:lnTo>
                <a:lnTo>
                  <a:pt x="292950" y="563321"/>
                </a:lnTo>
                <a:lnTo>
                  <a:pt x="294817" y="561467"/>
                </a:lnTo>
                <a:lnTo>
                  <a:pt x="295275" y="560336"/>
                </a:lnTo>
                <a:lnTo>
                  <a:pt x="295275" y="557707"/>
                </a:lnTo>
                <a:close/>
              </a:path>
              <a:path w="3914775" h="1672589">
                <a:moveTo>
                  <a:pt x="295275" y="3441"/>
                </a:moveTo>
                <a:lnTo>
                  <a:pt x="294817" y="2324"/>
                </a:lnTo>
                <a:lnTo>
                  <a:pt x="292950" y="469"/>
                </a:lnTo>
                <a:lnTo>
                  <a:pt x="291833" y="0"/>
                </a:lnTo>
                <a:lnTo>
                  <a:pt x="289204" y="0"/>
                </a:lnTo>
                <a:lnTo>
                  <a:pt x="288086" y="469"/>
                </a:lnTo>
                <a:lnTo>
                  <a:pt x="286219" y="2324"/>
                </a:lnTo>
                <a:lnTo>
                  <a:pt x="285750" y="3441"/>
                </a:lnTo>
                <a:lnTo>
                  <a:pt x="285750" y="6070"/>
                </a:lnTo>
                <a:lnTo>
                  <a:pt x="286219" y="7200"/>
                </a:lnTo>
                <a:lnTo>
                  <a:pt x="288086" y="9055"/>
                </a:lnTo>
                <a:lnTo>
                  <a:pt x="289204" y="9525"/>
                </a:lnTo>
                <a:lnTo>
                  <a:pt x="291833" y="9525"/>
                </a:lnTo>
                <a:lnTo>
                  <a:pt x="292950" y="9055"/>
                </a:lnTo>
                <a:lnTo>
                  <a:pt x="294817" y="7200"/>
                </a:lnTo>
                <a:lnTo>
                  <a:pt x="295275" y="6070"/>
                </a:lnTo>
                <a:lnTo>
                  <a:pt x="295275" y="3441"/>
                </a:lnTo>
                <a:close/>
              </a:path>
              <a:path w="3914775" h="1672589">
                <a:moveTo>
                  <a:pt x="342900" y="1666240"/>
                </a:moveTo>
                <a:lnTo>
                  <a:pt x="342442" y="1665122"/>
                </a:lnTo>
                <a:lnTo>
                  <a:pt x="340575" y="1663255"/>
                </a:lnTo>
                <a:lnTo>
                  <a:pt x="339458" y="1662785"/>
                </a:lnTo>
                <a:lnTo>
                  <a:pt x="336829" y="1662785"/>
                </a:lnTo>
                <a:lnTo>
                  <a:pt x="335711" y="1663255"/>
                </a:lnTo>
                <a:lnTo>
                  <a:pt x="333844" y="1665122"/>
                </a:lnTo>
                <a:lnTo>
                  <a:pt x="333375" y="1666240"/>
                </a:lnTo>
                <a:lnTo>
                  <a:pt x="333375" y="1668868"/>
                </a:lnTo>
                <a:lnTo>
                  <a:pt x="333844" y="1669986"/>
                </a:lnTo>
                <a:lnTo>
                  <a:pt x="335711" y="1671853"/>
                </a:lnTo>
                <a:lnTo>
                  <a:pt x="336829" y="1672310"/>
                </a:lnTo>
                <a:lnTo>
                  <a:pt x="339458" y="1672310"/>
                </a:lnTo>
                <a:lnTo>
                  <a:pt x="340575" y="1671853"/>
                </a:lnTo>
                <a:lnTo>
                  <a:pt x="342442" y="1669986"/>
                </a:lnTo>
                <a:lnTo>
                  <a:pt x="342900" y="1668868"/>
                </a:lnTo>
                <a:lnTo>
                  <a:pt x="342900" y="1666240"/>
                </a:lnTo>
                <a:close/>
              </a:path>
              <a:path w="3914775" h="1672589">
                <a:moveTo>
                  <a:pt x="342900" y="1111973"/>
                </a:moveTo>
                <a:lnTo>
                  <a:pt x="342442" y="1110856"/>
                </a:lnTo>
                <a:lnTo>
                  <a:pt x="340575" y="1108989"/>
                </a:lnTo>
                <a:lnTo>
                  <a:pt x="339458" y="1108532"/>
                </a:lnTo>
                <a:lnTo>
                  <a:pt x="336829" y="1108532"/>
                </a:lnTo>
                <a:lnTo>
                  <a:pt x="335711" y="1108989"/>
                </a:lnTo>
                <a:lnTo>
                  <a:pt x="333844" y="1110856"/>
                </a:lnTo>
                <a:lnTo>
                  <a:pt x="333375" y="1111973"/>
                </a:lnTo>
                <a:lnTo>
                  <a:pt x="333375" y="1114602"/>
                </a:lnTo>
                <a:lnTo>
                  <a:pt x="333844" y="1115733"/>
                </a:lnTo>
                <a:lnTo>
                  <a:pt x="335711" y="1117587"/>
                </a:lnTo>
                <a:lnTo>
                  <a:pt x="336829" y="1118057"/>
                </a:lnTo>
                <a:lnTo>
                  <a:pt x="339458" y="1118057"/>
                </a:lnTo>
                <a:lnTo>
                  <a:pt x="340575" y="1117587"/>
                </a:lnTo>
                <a:lnTo>
                  <a:pt x="342442" y="1115733"/>
                </a:lnTo>
                <a:lnTo>
                  <a:pt x="342900" y="1114602"/>
                </a:lnTo>
                <a:lnTo>
                  <a:pt x="342900" y="1111973"/>
                </a:lnTo>
                <a:close/>
              </a:path>
              <a:path w="3914775" h="1672589">
                <a:moveTo>
                  <a:pt x="342900" y="557707"/>
                </a:moveTo>
                <a:lnTo>
                  <a:pt x="342442" y="556590"/>
                </a:lnTo>
                <a:lnTo>
                  <a:pt x="340575" y="554723"/>
                </a:lnTo>
                <a:lnTo>
                  <a:pt x="339458" y="554266"/>
                </a:lnTo>
                <a:lnTo>
                  <a:pt x="336829" y="554266"/>
                </a:lnTo>
                <a:lnTo>
                  <a:pt x="335711" y="554723"/>
                </a:lnTo>
                <a:lnTo>
                  <a:pt x="333844" y="556590"/>
                </a:lnTo>
                <a:lnTo>
                  <a:pt x="333375" y="557707"/>
                </a:lnTo>
                <a:lnTo>
                  <a:pt x="333375" y="560336"/>
                </a:lnTo>
                <a:lnTo>
                  <a:pt x="333844" y="561467"/>
                </a:lnTo>
                <a:lnTo>
                  <a:pt x="335711" y="563321"/>
                </a:lnTo>
                <a:lnTo>
                  <a:pt x="336829" y="563791"/>
                </a:lnTo>
                <a:lnTo>
                  <a:pt x="339458" y="563791"/>
                </a:lnTo>
                <a:lnTo>
                  <a:pt x="340575" y="563321"/>
                </a:lnTo>
                <a:lnTo>
                  <a:pt x="342442" y="561467"/>
                </a:lnTo>
                <a:lnTo>
                  <a:pt x="342900" y="560336"/>
                </a:lnTo>
                <a:lnTo>
                  <a:pt x="342900" y="557707"/>
                </a:lnTo>
                <a:close/>
              </a:path>
              <a:path w="3914775" h="1672589">
                <a:moveTo>
                  <a:pt x="342900" y="3441"/>
                </a:moveTo>
                <a:lnTo>
                  <a:pt x="342442" y="2324"/>
                </a:lnTo>
                <a:lnTo>
                  <a:pt x="340575" y="469"/>
                </a:lnTo>
                <a:lnTo>
                  <a:pt x="339458" y="0"/>
                </a:lnTo>
                <a:lnTo>
                  <a:pt x="336829" y="0"/>
                </a:lnTo>
                <a:lnTo>
                  <a:pt x="335711" y="469"/>
                </a:lnTo>
                <a:lnTo>
                  <a:pt x="333844" y="2324"/>
                </a:lnTo>
                <a:lnTo>
                  <a:pt x="333375" y="3441"/>
                </a:lnTo>
                <a:lnTo>
                  <a:pt x="333375" y="6070"/>
                </a:lnTo>
                <a:lnTo>
                  <a:pt x="333844" y="7200"/>
                </a:lnTo>
                <a:lnTo>
                  <a:pt x="335711" y="9055"/>
                </a:lnTo>
                <a:lnTo>
                  <a:pt x="336829" y="9525"/>
                </a:lnTo>
                <a:lnTo>
                  <a:pt x="339458" y="9525"/>
                </a:lnTo>
                <a:lnTo>
                  <a:pt x="340575" y="9055"/>
                </a:lnTo>
                <a:lnTo>
                  <a:pt x="342442" y="7200"/>
                </a:lnTo>
                <a:lnTo>
                  <a:pt x="342900" y="6070"/>
                </a:lnTo>
                <a:lnTo>
                  <a:pt x="342900" y="3441"/>
                </a:lnTo>
                <a:close/>
              </a:path>
              <a:path w="3914775" h="1672589">
                <a:moveTo>
                  <a:pt x="390525" y="1666240"/>
                </a:moveTo>
                <a:lnTo>
                  <a:pt x="390067" y="1665122"/>
                </a:lnTo>
                <a:lnTo>
                  <a:pt x="388200" y="1663255"/>
                </a:lnTo>
                <a:lnTo>
                  <a:pt x="387083" y="1662785"/>
                </a:lnTo>
                <a:lnTo>
                  <a:pt x="384454" y="1662785"/>
                </a:lnTo>
                <a:lnTo>
                  <a:pt x="383336" y="1663255"/>
                </a:lnTo>
                <a:lnTo>
                  <a:pt x="381469" y="1665122"/>
                </a:lnTo>
                <a:lnTo>
                  <a:pt x="381000" y="1666240"/>
                </a:lnTo>
                <a:lnTo>
                  <a:pt x="381000" y="1668868"/>
                </a:lnTo>
                <a:lnTo>
                  <a:pt x="381469" y="1669986"/>
                </a:lnTo>
                <a:lnTo>
                  <a:pt x="383336" y="1671853"/>
                </a:lnTo>
                <a:lnTo>
                  <a:pt x="384454" y="1672310"/>
                </a:lnTo>
                <a:lnTo>
                  <a:pt x="387083" y="1672310"/>
                </a:lnTo>
                <a:lnTo>
                  <a:pt x="388200" y="1671853"/>
                </a:lnTo>
                <a:lnTo>
                  <a:pt x="390067" y="1669986"/>
                </a:lnTo>
                <a:lnTo>
                  <a:pt x="390525" y="1668868"/>
                </a:lnTo>
                <a:lnTo>
                  <a:pt x="390525" y="1666240"/>
                </a:lnTo>
                <a:close/>
              </a:path>
              <a:path w="3914775" h="1672589">
                <a:moveTo>
                  <a:pt x="390525" y="1111973"/>
                </a:moveTo>
                <a:lnTo>
                  <a:pt x="390067" y="1110856"/>
                </a:lnTo>
                <a:lnTo>
                  <a:pt x="388200" y="1108989"/>
                </a:lnTo>
                <a:lnTo>
                  <a:pt x="387083" y="1108532"/>
                </a:lnTo>
                <a:lnTo>
                  <a:pt x="384454" y="1108532"/>
                </a:lnTo>
                <a:lnTo>
                  <a:pt x="383336" y="1108989"/>
                </a:lnTo>
                <a:lnTo>
                  <a:pt x="381469" y="1110856"/>
                </a:lnTo>
                <a:lnTo>
                  <a:pt x="381000" y="1111973"/>
                </a:lnTo>
                <a:lnTo>
                  <a:pt x="381000" y="1114602"/>
                </a:lnTo>
                <a:lnTo>
                  <a:pt x="381469" y="1115733"/>
                </a:lnTo>
                <a:lnTo>
                  <a:pt x="383336" y="1117587"/>
                </a:lnTo>
                <a:lnTo>
                  <a:pt x="384454" y="1118057"/>
                </a:lnTo>
                <a:lnTo>
                  <a:pt x="387083" y="1118057"/>
                </a:lnTo>
                <a:lnTo>
                  <a:pt x="388200" y="1117587"/>
                </a:lnTo>
                <a:lnTo>
                  <a:pt x="390067" y="1115733"/>
                </a:lnTo>
                <a:lnTo>
                  <a:pt x="390525" y="1114602"/>
                </a:lnTo>
                <a:lnTo>
                  <a:pt x="390525" y="1111973"/>
                </a:lnTo>
                <a:close/>
              </a:path>
              <a:path w="3914775" h="1672589">
                <a:moveTo>
                  <a:pt x="390525" y="557707"/>
                </a:moveTo>
                <a:lnTo>
                  <a:pt x="390067" y="556590"/>
                </a:lnTo>
                <a:lnTo>
                  <a:pt x="388200" y="554723"/>
                </a:lnTo>
                <a:lnTo>
                  <a:pt x="387083" y="554266"/>
                </a:lnTo>
                <a:lnTo>
                  <a:pt x="384454" y="554266"/>
                </a:lnTo>
                <a:lnTo>
                  <a:pt x="383336" y="554723"/>
                </a:lnTo>
                <a:lnTo>
                  <a:pt x="381469" y="556590"/>
                </a:lnTo>
                <a:lnTo>
                  <a:pt x="381000" y="557707"/>
                </a:lnTo>
                <a:lnTo>
                  <a:pt x="381000" y="560336"/>
                </a:lnTo>
                <a:lnTo>
                  <a:pt x="381469" y="561467"/>
                </a:lnTo>
                <a:lnTo>
                  <a:pt x="383336" y="563321"/>
                </a:lnTo>
                <a:lnTo>
                  <a:pt x="384454" y="563791"/>
                </a:lnTo>
                <a:lnTo>
                  <a:pt x="387083" y="563791"/>
                </a:lnTo>
                <a:lnTo>
                  <a:pt x="388200" y="563321"/>
                </a:lnTo>
                <a:lnTo>
                  <a:pt x="390067" y="561467"/>
                </a:lnTo>
                <a:lnTo>
                  <a:pt x="390525" y="560336"/>
                </a:lnTo>
                <a:lnTo>
                  <a:pt x="390525" y="557707"/>
                </a:lnTo>
                <a:close/>
              </a:path>
              <a:path w="3914775" h="1672589">
                <a:moveTo>
                  <a:pt x="390525" y="3441"/>
                </a:moveTo>
                <a:lnTo>
                  <a:pt x="390067" y="2324"/>
                </a:lnTo>
                <a:lnTo>
                  <a:pt x="388200" y="469"/>
                </a:lnTo>
                <a:lnTo>
                  <a:pt x="387083" y="0"/>
                </a:lnTo>
                <a:lnTo>
                  <a:pt x="384454" y="0"/>
                </a:lnTo>
                <a:lnTo>
                  <a:pt x="383336" y="469"/>
                </a:lnTo>
                <a:lnTo>
                  <a:pt x="381469" y="2324"/>
                </a:lnTo>
                <a:lnTo>
                  <a:pt x="381000" y="3441"/>
                </a:lnTo>
                <a:lnTo>
                  <a:pt x="381000" y="6070"/>
                </a:lnTo>
                <a:lnTo>
                  <a:pt x="381469" y="7200"/>
                </a:lnTo>
                <a:lnTo>
                  <a:pt x="383336" y="9055"/>
                </a:lnTo>
                <a:lnTo>
                  <a:pt x="384454" y="9525"/>
                </a:lnTo>
                <a:lnTo>
                  <a:pt x="387083" y="9525"/>
                </a:lnTo>
                <a:lnTo>
                  <a:pt x="388200" y="9055"/>
                </a:lnTo>
                <a:lnTo>
                  <a:pt x="390067" y="7200"/>
                </a:lnTo>
                <a:lnTo>
                  <a:pt x="390525" y="6070"/>
                </a:lnTo>
                <a:lnTo>
                  <a:pt x="390525" y="3441"/>
                </a:lnTo>
                <a:close/>
              </a:path>
              <a:path w="3914775" h="1672589">
                <a:moveTo>
                  <a:pt x="438150" y="1666240"/>
                </a:moveTo>
                <a:lnTo>
                  <a:pt x="437692" y="1665122"/>
                </a:lnTo>
                <a:lnTo>
                  <a:pt x="435825" y="1663255"/>
                </a:lnTo>
                <a:lnTo>
                  <a:pt x="434708" y="1662785"/>
                </a:lnTo>
                <a:lnTo>
                  <a:pt x="432079" y="1662785"/>
                </a:lnTo>
                <a:lnTo>
                  <a:pt x="430961" y="1663255"/>
                </a:lnTo>
                <a:lnTo>
                  <a:pt x="429094" y="1665122"/>
                </a:lnTo>
                <a:lnTo>
                  <a:pt x="428625" y="1666240"/>
                </a:lnTo>
                <a:lnTo>
                  <a:pt x="428625" y="1668868"/>
                </a:lnTo>
                <a:lnTo>
                  <a:pt x="429094" y="1669986"/>
                </a:lnTo>
                <a:lnTo>
                  <a:pt x="430961" y="1671853"/>
                </a:lnTo>
                <a:lnTo>
                  <a:pt x="432079" y="1672310"/>
                </a:lnTo>
                <a:lnTo>
                  <a:pt x="434708" y="1672310"/>
                </a:lnTo>
                <a:lnTo>
                  <a:pt x="435825" y="1671853"/>
                </a:lnTo>
                <a:lnTo>
                  <a:pt x="437692" y="1669986"/>
                </a:lnTo>
                <a:lnTo>
                  <a:pt x="438150" y="1668868"/>
                </a:lnTo>
                <a:lnTo>
                  <a:pt x="438150" y="1666240"/>
                </a:lnTo>
                <a:close/>
              </a:path>
              <a:path w="3914775" h="1672589">
                <a:moveTo>
                  <a:pt x="438150" y="1111973"/>
                </a:moveTo>
                <a:lnTo>
                  <a:pt x="437692" y="1110856"/>
                </a:lnTo>
                <a:lnTo>
                  <a:pt x="435825" y="1108989"/>
                </a:lnTo>
                <a:lnTo>
                  <a:pt x="434708" y="1108532"/>
                </a:lnTo>
                <a:lnTo>
                  <a:pt x="432079" y="1108532"/>
                </a:lnTo>
                <a:lnTo>
                  <a:pt x="430961" y="1108989"/>
                </a:lnTo>
                <a:lnTo>
                  <a:pt x="429094" y="1110856"/>
                </a:lnTo>
                <a:lnTo>
                  <a:pt x="428625" y="1111973"/>
                </a:lnTo>
                <a:lnTo>
                  <a:pt x="428625" y="1114602"/>
                </a:lnTo>
                <a:lnTo>
                  <a:pt x="429094" y="1115733"/>
                </a:lnTo>
                <a:lnTo>
                  <a:pt x="430961" y="1117587"/>
                </a:lnTo>
                <a:lnTo>
                  <a:pt x="432079" y="1118057"/>
                </a:lnTo>
                <a:lnTo>
                  <a:pt x="434708" y="1118057"/>
                </a:lnTo>
                <a:lnTo>
                  <a:pt x="435825" y="1117587"/>
                </a:lnTo>
                <a:lnTo>
                  <a:pt x="437692" y="1115733"/>
                </a:lnTo>
                <a:lnTo>
                  <a:pt x="438150" y="1114602"/>
                </a:lnTo>
                <a:lnTo>
                  <a:pt x="438150" y="1111973"/>
                </a:lnTo>
                <a:close/>
              </a:path>
              <a:path w="3914775" h="1672589">
                <a:moveTo>
                  <a:pt x="438150" y="557707"/>
                </a:moveTo>
                <a:lnTo>
                  <a:pt x="437692" y="556590"/>
                </a:lnTo>
                <a:lnTo>
                  <a:pt x="435825" y="554723"/>
                </a:lnTo>
                <a:lnTo>
                  <a:pt x="434708" y="554266"/>
                </a:lnTo>
                <a:lnTo>
                  <a:pt x="432079" y="554266"/>
                </a:lnTo>
                <a:lnTo>
                  <a:pt x="430961" y="554723"/>
                </a:lnTo>
                <a:lnTo>
                  <a:pt x="429094" y="556590"/>
                </a:lnTo>
                <a:lnTo>
                  <a:pt x="428625" y="557707"/>
                </a:lnTo>
                <a:lnTo>
                  <a:pt x="428625" y="560336"/>
                </a:lnTo>
                <a:lnTo>
                  <a:pt x="429094" y="561467"/>
                </a:lnTo>
                <a:lnTo>
                  <a:pt x="430961" y="563321"/>
                </a:lnTo>
                <a:lnTo>
                  <a:pt x="432079" y="563791"/>
                </a:lnTo>
                <a:lnTo>
                  <a:pt x="434708" y="563791"/>
                </a:lnTo>
                <a:lnTo>
                  <a:pt x="435825" y="563321"/>
                </a:lnTo>
                <a:lnTo>
                  <a:pt x="437692" y="561467"/>
                </a:lnTo>
                <a:lnTo>
                  <a:pt x="438150" y="560336"/>
                </a:lnTo>
                <a:lnTo>
                  <a:pt x="438150" y="557707"/>
                </a:lnTo>
                <a:close/>
              </a:path>
              <a:path w="3914775" h="1672589">
                <a:moveTo>
                  <a:pt x="438150" y="3441"/>
                </a:moveTo>
                <a:lnTo>
                  <a:pt x="437692" y="2324"/>
                </a:lnTo>
                <a:lnTo>
                  <a:pt x="435825" y="469"/>
                </a:lnTo>
                <a:lnTo>
                  <a:pt x="434708" y="0"/>
                </a:lnTo>
                <a:lnTo>
                  <a:pt x="432079" y="0"/>
                </a:lnTo>
                <a:lnTo>
                  <a:pt x="430961" y="469"/>
                </a:lnTo>
                <a:lnTo>
                  <a:pt x="429094" y="2324"/>
                </a:lnTo>
                <a:lnTo>
                  <a:pt x="428625" y="3441"/>
                </a:lnTo>
                <a:lnTo>
                  <a:pt x="428625" y="6070"/>
                </a:lnTo>
                <a:lnTo>
                  <a:pt x="429094" y="7200"/>
                </a:lnTo>
                <a:lnTo>
                  <a:pt x="430961" y="9055"/>
                </a:lnTo>
                <a:lnTo>
                  <a:pt x="432079" y="9525"/>
                </a:lnTo>
                <a:lnTo>
                  <a:pt x="434708" y="9525"/>
                </a:lnTo>
                <a:lnTo>
                  <a:pt x="435825" y="9055"/>
                </a:lnTo>
                <a:lnTo>
                  <a:pt x="437692" y="7200"/>
                </a:lnTo>
                <a:lnTo>
                  <a:pt x="438150" y="6070"/>
                </a:lnTo>
                <a:lnTo>
                  <a:pt x="438150" y="3441"/>
                </a:lnTo>
                <a:close/>
              </a:path>
              <a:path w="3914775" h="1672589">
                <a:moveTo>
                  <a:pt x="485775" y="1666240"/>
                </a:moveTo>
                <a:lnTo>
                  <a:pt x="485317" y="1665122"/>
                </a:lnTo>
                <a:lnTo>
                  <a:pt x="483450" y="1663255"/>
                </a:lnTo>
                <a:lnTo>
                  <a:pt x="482333" y="1662785"/>
                </a:lnTo>
                <a:lnTo>
                  <a:pt x="479704" y="1662785"/>
                </a:lnTo>
                <a:lnTo>
                  <a:pt x="478586" y="1663255"/>
                </a:lnTo>
                <a:lnTo>
                  <a:pt x="476719" y="1665122"/>
                </a:lnTo>
                <a:lnTo>
                  <a:pt x="476250" y="1666240"/>
                </a:lnTo>
                <a:lnTo>
                  <a:pt x="476250" y="1668868"/>
                </a:lnTo>
                <a:lnTo>
                  <a:pt x="476719" y="1669986"/>
                </a:lnTo>
                <a:lnTo>
                  <a:pt x="478586" y="1671853"/>
                </a:lnTo>
                <a:lnTo>
                  <a:pt x="479704" y="1672310"/>
                </a:lnTo>
                <a:lnTo>
                  <a:pt x="482333" y="1672310"/>
                </a:lnTo>
                <a:lnTo>
                  <a:pt x="483450" y="1671853"/>
                </a:lnTo>
                <a:lnTo>
                  <a:pt x="485317" y="1669986"/>
                </a:lnTo>
                <a:lnTo>
                  <a:pt x="485775" y="1668868"/>
                </a:lnTo>
                <a:lnTo>
                  <a:pt x="485775" y="1666240"/>
                </a:lnTo>
                <a:close/>
              </a:path>
              <a:path w="3914775" h="1672589">
                <a:moveTo>
                  <a:pt x="485775" y="1111973"/>
                </a:moveTo>
                <a:lnTo>
                  <a:pt x="485317" y="1110856"/>
                </a:lnTo>
                <a:lnTo>
                  <a:pt x="483450" y="1108989"/>
                </a:lnTo>
                <a:lnTo>
                  <a:pt x="482333" y="1108532"/>
                </a:lnTo>
                <a:lnTo>
                  <a:pt x="479704" y="1108532"/>
                </a:lnTo>
                <a:lnTo>
                  <a:pt x="478586" y="1108989"/>
                </a:lnTo>
                <a:lnTo>
                  <a:pt x="476719" y="1110856"/>
                </a:lnTo>
                <a:lnTo>
                  <a:pt x="476250" y="1111973"/>
                </a:lnTo>
                <a:lnTo>
                  <a:pt x="476250" y="1114602"/>
                </a:lnTo>
                <a:lnTo>
                  <a:pt x="476719" y="1115733"/>
                </a:lnTo>
                <a:lnTo>
                  <a:pt x="478586" y="1117587"/>
                </a:lnTo>
                <a:lnTo>
                  <a:pt x="479704" y="1118057"/>
                </a:lnTo>
                <a:lnTo>
                  <a:pt x="482333" y="1118057"/>
                </a:lnTo>
                <a:lnTo>
                  <a:pt x="483450" y="1117587"/>
                </a:lnTo>
                <a:lnTo>
                  <a:pt x="485317" y="1115733"/>
                </a:lnTo>
                <a:lnTo>
                  <a:pt x="485775" y="1114602"/>
                </a:lnTo>
                <a:lnTo>
                  <a:pt x="485775" y="1111973"/>
                </a:lnTo>
                <a:close/>
              </a:path>
              <a:path w="3914775" h="1672589">
                <a:moveTo>
                  <a:pt x="485775" y="557707"/>
                </a:moveTo>
                <a:lnTo>
                  <a:pt x="485317" y="556590"/>
                </a:lnTo>
                <a:lnTo>
                  <a:pt x="483450" y="554723"/>
                </a:lnTo>
                <a:lnTo>
                  <a:pt x="482333" y="554266"/>
                </a:lnTo>
                <a:lnTo>
                  <a:pt x="479704" y="554266"/>
                </a:lnTo>
                <a:lnTo>
                  <a:pt x="478586" y="554723"/>
                </a:lnTo>
                <a:lnTo>
                  <a:pt x="476719" y="556590"/>
                </a:lnTo>
                <a:lnTo>
                  <a:pt x="476250" y="557707"/>
                </a:lnTo>
                <a:lnTo>
                  <a:pt x="476250" y="560336"/>
                </a:lnTo>
                <a:lnTo>
                  <a:pt x="476719" y="561467"/>
                </a:lnTo>
                <a:lnTo>
                  <a:pt x="478586" y="563321"/>
                </a:lnTo>
                <a:lnTo>
                  <a:pt x="479704" y="563791"/>
                </a:lnTo>
                <a:lnTo>
                  <a:pt x="482333" y="563791"/>
                </a:lnTo>
                <a:lnTo>
                  <a:pt x="483450" y="563321"/>
                </a:lnTo>
                <a:lnTo>
                  <a:pt x="485317" y="561467"/>
                </a:lnTo>
                <a:lnTo>
                  <a:pt x="485775" y="560336"/>
                </a:lnTo>
                <a:lnTo>
                  <a:pt x="485775" y="557707"/>
                </a:lnTo>
                <a:close/>
              </a:path>
              <a:path w="3914775" h="1672589">
                <a:moveTo>
                  <a:pt x="485775" y="3441"/>
                </a:moveTo>
                <a:lnTo>
                  <a:pt x="485317" y="2324"/>
                </a:lnTo>
                <a:lnTo>
                  <a:pt x="483450" y="469"/>
                </a:lnTo>
                <a:lnTo>
                  <a:pt x="482333" y="0"/>
                </a:lnTo>
                <a:lnTo>
                  <a:pt x="479704" y="0"/>
                </a:lnTo>
                <a:lnTo>
                  <a:pt x="478586" y="469"/>
                </a:lnTo>
                <a:lnTo>
                  <a:pt x="476719" y="2324"/>
                </a:lnTo>
                <a:lnTo>
                  <a:pt x="476250" y="3441"/>
                </a:lnTo>
                <a:lnTo>
                  <a:pt x="476250" y="6070"/>
                </a:lnTo>
                <a:lnTo>
                  <a:pt x="476719" y="7200"/>
                </a:lnTo>
                <a:lnTo>
                  <a:pt x="478586" y="9055"/>
                </a:lnTo>
                <a:lnTo>
                  <a:pt x="479704" y="9525"/>
                </a:lnTo>
                <a:lnTo>
                  <a:pt x="482333" y="9525"/>
                </a:lnTo>
                <a:lnTo>
                  <a:pt x="483450" y="9055"/>
                </a:lnTo>
                <a:lnTo>
                  <a:pt x="485317" y="7200"/>
                </a:lnTo>
                <a:lnTo>
                  <a:pt x="485775" y="6070"/>
                </a:lnTo>
                <a:lnTo>
                  <a:pt x="485775" y="3441"/>
                </a:lnTo>
                <a:close/>
              </a:path>
              <a:path w="3914775" h="1672589">
                <a:moveTo>
                  <a:pt x="533400" y="1666240"/>
                </a:moveTo>
                <a:lnTo>
                  <a:pt x="532942" y="1665122"/>
                </a:lnTo>
                <a:lnTo>
                  <a:pt x="531075" y="1663255"/>
                </a:lnTo>
                <a:lnTo>
                  <a:pt x="529958" y="1662785"/>
                </a:lnTo>
                <a:lnTo>
                  <a:pt x="527329" y="1662785"/>
                </a:lnTo>
                <a:lnTo>
                  <a:pt x="526211" y="1663255"/>
                </a:lnTo>
                <a:lnTo>
                  <a:pt x="524344" y="1665122"/>
                </a:lnTo>
                <a:lnTo>
                  <a:pt x="523875" y="1666240"/>
                </a:lnTo>
                <a:lnTo>
                  <a:pt x="523875" y="1668868"/>
                </a:lnTo>
                <a:lnTo>
                  <a:pt x="524344" y="1669986"/>
                </a:lnTo>
                <a:lnTo>
                  <a:pt x="526211" y="1671853"/>
                </a:lnTo>
                <a:lnTo>
                  <a:pt x="527329" y="1672310"/>
                </a:lnTo>
                <a:lnTo>
                  <a:pt x="529958" y="1672310"/>
                </a:lnTo>
                <a:lnTo>
                  <a:pt x="531075" y="1671853"/>
                </a:lnTo>
                <a:lnTo>
                  <a:pt x="532942" y="1669986"/>
                </a:lnTo>
                <a:lnTo>
                  <a:pt x="533400" y="1668868"/>
                </a:lnTo>
                <a:lnTo>
                  <a:pt x="533400" y="1666240"/>
                </a:lnTo>
                <a:close/>
              </a:path>
              <a:path w="3914775" h="1672589">
                <a:moveTo>
                  <a:pt x="533400" y="1111973"/>
                </a:moveTo>
                <a:lnTo>
                  <a:pt x="532942" y="1110856"/>
                </a:lnTo>
                <a:lnTo>
                  <a:pt x="531075" y="1108989"/>
                </a:lnTo>
                <a:lnTo>
                  <a:pt x="529958" y="1108532"/>
                </a:lnTo>
                <a:lnTo>
                  <a:pt x="527329" y="1108532"/>
                </a:lnTo>
                <a:lnTo>
                  <a:pt x="526211" y="1108989"/>
                </a:lnTo>
                <a:lnTo>
                  <a:pt x="524344" y="1110856"/>
                </a:lnTo>
                <a:lnTo>
                  <a:pt x="523875" y="1111973"/>
                </a:lnTo>
                <a:lnTo>
                  <a:pt x="523875" y="1114602"/>
                </a:lnTo>
                <a:lnTo>
                  <a:pt x="524344" y="1115733"/>
                </a:lnTo>
                <a:lnTo>
                  <a:pt x="526211" y="1117587"/>
                </a:lnTo>
                <a:lnTo>
                  <a:pt x="527329" y="1118057"/>
                </a:lnTo>
                <a:lnTo>
                  <a:pt x="529958" y="1118057"/>
                </a:lnTo>
                <a:lnTo>
                  <a:pt x="531075" y="1117587"/>
                </a:lnTo>
                <a:lnTo>
                  <a:pt x="532942" y="1115733"/>
                </a:lnTo>
                <a:lnTo>
                  <a:pt x="533400" y="1114602"/>
                </a:lnTo>
                <a:lnTo>
                  <a:pt x="533400" y="1111973"/>
                </a:lnTo>
                <a:close/>
              </a:path>
              <a:path w="3914775" h="1672589">
                <a:moveTo>
                  <a:pt x="533400" y="557707"/>
                </a:moveTo>
                <a:lnTo>
                  <a:pt x="532942" y="556590"/>
                </a:lnTo>
                <a:lnTo>
                  <a:pt x="531075" y="554723"/>
                </a:lnTo>
                <a:lnTo>
                  <a:pt x="529958" y="554266"/>
                </a:lnTo>
                <a:lnTo>
                  <a:pt x="527329" y="554266"/>
                </a:lnTo>
                <a:lnTo>
                  <a:pt x="526211" y="554723"/>
                </a:lnTo>
                <a:lnTo>
                  <a:pt x="524344" y="556590"/>
                </a:lnTo>
                <a:lnTo>
                  <a:pt x="523875" y="557707"/>
                </a:lnTo>
                <a:lnTo>
                  <a:pt x="523875" y="560336"/>
                </a:lnTo>
                <a:lnTo>
                  <a:pt x="524344" y="561467"/>
                </a:lnTo>
                <a:lnTo>
                  <a:pt x="526211" y="563321"/>
                </a:lnTo>
                <a:lnTo>
                  <a:pt x="527329" y="563791"/>
                </a:lnTo>
                <a:lnTo>
                  <a:pt x="529958" y="563791"/>
                </a:lnTo>
                <a:lnTo>
                  <a:pt x="531075" y="563321"/>
                </a:lnTo>
                <a:lnTo>
                  <a:pt x="532942" y="561467"/>
                </a:lnTo>
                <a:lnTo>
                  <a:pt x="533400" y="560336"/>
                </a:lnTo>
                <a:lnTo>
                  <a:pt x="533400" y="557707"/>
                </a:lnTo>
                <a:close/>
              </a:path>
              <a:path w="3914775" h="1672589">
                <a:moveTo>
                  <a:pt x="533400" y="3441"/>
                </a:moveTo>
                <a:lnTo>
                  <a:pt x="532942" y="2324"/>
                </a:lnTo>
                <a:lnTo>
                  <a:pt x="531075" y="469"/>
                </a:lnTo>
                <a:lnTo>
                  <a:pt x="529958" y="0"/>
                </a:lnTo>
                <a:lnTo>
                  <a:pt x="527329" y="0"/>
                </a:lnTo>
                <a:lnTo>
                  <a:pt x="526211" y="469"/>
                </a:lnTo>
                <a:lnTo>
                  <a:pt x="524344" y="2324"/>
                </a:lnTo>
                <a:lnTo>
                  <a:pt x="523875" y="3441"/>
                </a:lnTo>
                <a:lnTo>
                  <a:pt x="523875" y="6070"/>
                </a:lnTo>
                <a:lnTo>
                  <a:pt x="524344" y="7200"/>
                </a:lnTo>
                <a:lnTo>
                  <a:pt x="526211" y="9055"/>
                </a:lnTo>
                <a:lnTo>
                  <a:pt x="527329" y="9525"/>
                </a:lnTo>
                <a:lnTo>
                  <a:pt x="529958" y="9525"/>
                </a:lnTo>
                <a:lnTo>
                  <a:pt x="531075" y="9055"/>
                </a:lnTo>
                <a:lnTo>
                  <a:pt x="532942" y="7200"/>
                </a:lnTo>
                <a:lnTo>
                  <a:pt x="533400" y="6070"/>
                </a:lnTo>
                <a:lnTo>
                  <a:pt x="533400" y="3441"/>
                </a:lnTo>
                <a:close/>
              </a:path>
              <a:path w="3914775" h="1672589">
                <a:moveTo>
                  <a:pt x="581025" y="1666240"/>
                </a:moveTo>
                <a:lnTo>
                  <a:pt x="580567" y="1665122"/>
                </a:lnTo>
                <a:lnTo>
                  <a:pt x="578700" y="1663255"/>
                </a:lnTo>
                <a:lnTo>
                  <a:pt x="577583" y="1662785"/>
                </a:lnTo>
                <a:lnTo>
                  <a:pt x="574954" y="1662785"/>
                </a:lnTo>
                <a:lnTo>
                  <a:pt x="573836" y="1663255"/>
                </a:lnTo>
                <a:lnTo>
                  <a:pt x="571969" y="1665122"/>
                </a:lnTo>
                <a:lnTo>
                  <a:pt x="571500" y="1666240"/>
                </a:lnTo>
                <a:lnTo>
                  <a:pt x="571500" y="1668868"/>
                </a:lnTo>
                <a:lnTo>
                  <a:pt x="571969" y="1669986"/>
                </a:lnTo>
                <a:lnTo>
                  <a:pt x="573836" y="1671853"/>
                </a:lnTo>
                <a:lnTo>
                  <a:pt x="574954" y="1672310"/>
                </a:lnTo>
                <a:lnTo>
                  <a:pt x="577583" y="1672310"/>
                </a:lnTo>
                <a:lnTo>
                  <a:pt x="578700" y="1671853"/>
                </a:lnTo>
                <a:lnTo>
                  <a:pt x="580567" y="1669986"/>
                </a:lnTo>
                <a:lnTo>
                  <a:pt x="581025" y="1668868"/>
                </a:lnTo>
                <a:lnTo>
                  <a:pt x="581025" y="1666240"/>
                </a:lnTo>
                <a:close/>
              </a:path>
              <a:path w="3914775" h="1672589">
                <a:moveTo>
                  <a:pt x="581025" y="1111973"/>
                </a:moveTo>
                <a:lnTo>
                  <a:pt x="580567" y="1110856"/>
                </a:lnTo>
                <a:lnTo>
                  <a:pt x="578700" y="1108989"/>
                </a:lnTo>
                <a:lnTo>
                  <a:pt x="577583" y="1108532"/>
                </a:lnTo>
                <a:lnTo>
                  <a:pt x="574954" y="1108532"/>
                </a:lnTo>
                <a:lnTo>
                  <a:pt x="573836" y="1108989"/>
                </a:lnTo>
                <a:lnTo>
                  <a:pt x="571969" y="1110856"/>
                </a:lnTo>
                <a:lnTo>
                  <a:pt x="571500" y="1111973"/>
                </a:lnTo>
                <a:lnTo>
                  <a:pt x="571500" y="1114602"/>
                </a:lnTo>
                <a:lnTo>
                  <a:pt x="571969" y="1115733"/>
                </a:lnTo>
                <a:lnTo>
                  <a:pt x="573836" y="1117587"/>
                </a:lnTo>
                <a:lnTo>
                  <a:pt x="574954" y="1118057"/>
                </a:lnTo>
                <a:lnTo>
                  <a:pt x="577583" y="1118057"/>
                </a:lnTo>
                <a:lnTo>
                  <a:pt x="578700" y="1117587"/>
                </a:lnTo>
                <a:lnTo>
                  <a:pt x="580567" y="1115733"/>
                </a:lnTo>
                <a:lnTo>
                  <a:pt x="581025" y="1114602"/>
                </a:lnTo>
                <a:lnTo>
                  <a:pt x="581025" y="1111973"/>
                </a:lnTo>
                <a:close/>
              </a:path>
              <a:path w="3914775" h="1672589">
                <a:moveTo>
                  <a:pt x="581025" y="557707"/>
                </a:moveTo>
                <a:lnTo>
                  <a:pt x="580567" y="556590"/>
                </a:lnTo>
                <a:lnTo>
                  <a:pt x="578700" y="554723"/>
                </a:lnTo>
                <a:lnTo>
                  <a:pt x="577583" y="554266"/>
                </a:lnTo>
                <a:lnTo>
                  <a:pt x="574954" y="554266"/>
                </a:lnTo>
                <a:lnTo>
                  <a:pt x="573836" y="554723"/>
                </a:lnTo>
                <a:lnTo>
                  <a:pt x="571969" y="556590"/>
                </a:lnTo>
                <a:lnTo>
                  <a:pt x="571500" y="557707"/>
                </a:lnTo>
                <a:lnTo>
                  <a:pt x="571500" y="560336"/>
                </a:lnTo>
                <a:lnTo>
                  <a:pt x="571969" y="561467"/>
                </a:lnTo>
                <a:lnTo>
                  <a:pt x="573836" y="563321"/>
                </a:lnTo>
                <a:lnTo>
                  <a:pt x="574954" y="563791"/>
                </a:lnTo>
                <a:lnTo>
                  <a:pt x="577583" y="563791"/>
                </a:lnTo>
                <a:lnTo>
                  <a:pt x="578700" y="563321"/>
                </a:lnTo>
                <a:lnTo>
                  <a:pt x="580567" y="561467"/>
                </a:lnTo>
                <a:lnTo>
                  <a:pt x="581025" y="560336"/>
                </a:lnTo>
                <a:lnTo>
                  <a:pt x="581025" y="557707"/>
                </a:lnTo>
                <a:close/>
              </a:path>
              <a:path w="3914775" h="1672589">
                <a:moveTo>
                  <a:pt x="581025" y="3441"/>
                </a:moveTo>
                <a:lnTo>
                  <a:pt x="580567" y="2324"/>
                </a:lnTo>
                <a:lnTo>
                  <a:pt x="578700" y="469"/>
                </a:lnTo>
                <a:lnTo>
                  <a:pt x="577583" y="0"/>
                </a:lnTo>
                <a:lnTo>
                  <a:pt x="574954" y="0"/>
                </a:lnTo>
                <a:lnTo>
                  <a:pt x="573836" y="469"/>
                </a:lnTo>
                <a:lnTo>
                  <a:pt x="571969" y="2324"/>
                </a:lnTo>
                <a:lnTo>
                  <a:pt x="571500" y="3441"/>
                </a:lnTo>
                <a:lnTo>
                  <a:pt x="571500" y="6070"/>
                </a:lnTo>
                <a:lnTo>
                  <a:pt x="571969" y="7200"/>
                </a:lnTo>
                <a:lnTo>
                  <a:pt x="573836" y="9055"/>
                </a:lnTo>
                <a:lnTo>
                  <a:pt x="574954" y="9525"/>
                </a:lnTo>
                <a:lnTo>
                  <a:pt x="577583" y="9525"/>
                </a:lnTo>
                <a:lnTo>
                  <a:pt x="578700" y="9055"/>
                </a:lnTo>
                <a:lnTo>
                  <a:pt x="580567" y="7200"/>
                </a:lnTo>
                <a:lnTo>
                  <a:pt x="581025" y="6070"/>
                </a:lnTo>
                <a:lnTo>
                  <a:pt x="581025" y="3441"/>
                </a:lnTo>
                <a:close/>
              </a:path>
              <a:path w="3914775" h="1672589">
                <a:moveTo>
                  <a:pt x="628650" y="1666240"/>
                </a:moveTo>
                <a:lnTo>
                  <a:pt x="628192" y="1665122"/>
                </a:lnTo>
                <a:lnTo>
                  <a:pt x="626325" y="1663255"/>
                </a:lnTo>
                <a:lnTo>
                  <a:pt x="625208" y="1662785"/>
                </a:lnTo>
                <a:lnTo>
                  <a:pt x="622579" y="1662785"/>
                </a:lnTo>
                <a:lnTo>
                  <a:pt x="621461" y="1663255"/>
                </a:lnTo>
                <a:lnTo>
                  <a:pt x="619594" y="1665122"/>
                </a:lnTo>
                <a:lnTo>
                  <a:pt x="619125" y="1666240"/>
                </a:lnTo>
                <a:lnTo>
                  <a:pt x="619125" y="1668868"/>
                </a:lnTo>
                <a:lnTo>
                  <a:pt x="619594" y="1669986"/>
                </a:lnTo>
                <a:lnTo>
                  <a:pt x="621461" y="1671853"/>
                </a:lnTo>
                <a:lnTo>
                  <a:pt x="622579" y="1672310"/>
                </a:lnTo>
                <a:lnTo>
                  <a:pt x="625208" y="1672310"/>
                </a:lnTo>
                <a:lnTo>
                  <a:pt x="626325" y="1671853"/>
                </a:lnTo>
                <a:lnTo>
                  <a:pt x="628192" y="1669986"/>
                </a:lnTo>
                <a:lnTo>
                  <a:pt x="628650" y="1668868"/>
                </a:lnTo>
                <a:lnTo>
                  <a:pt x="628650" y="1666240"/>
                </a:lnTo>
                <a:close/>
              </a:path>
              <a:path w="3914775" h="1672589">
                <a:moveTo>
                  <a:pt x="628650" y="1111973"/>
                </a:moveTo>
                <a:lnTo>
                  <a:pt x="628192" y="1110856"/>
                </a:lnTo>
                <a:lnTo>
                  <a:pt x="626325" y="1108989"/>
                </a:lnTo>
                <a:lnTo>
                  <a:pt x="625208" y="1108532"/>
                </a:lnTo>
                <a:lnTo>
                  <a:pt x="622579" y="1108532"/>
                </a:lnTo>
                <a:lnTo>
                  <a:pt x="621461" y="1108989"/>
                </a:lnTo>
                <a:lnTo>
                  <a:pt x="619594" y="1110856"/>
                </a:lnTo>
                <a:lnTo>
                  <a:pt x="619125" y="1111973"/>
                </a:lnTo>
                <a:lnTo>
                  <a:pt x="619125" y="1114602"/>
                </a:lnTo>
                <a:lnTo>
                  <a:pt x="619594" y="1115733"/>
                </a:lnTo>
                <a:lnTo>
                  <a:pt x="621461" y="1117587"/>
                </a:lnTo>
                <a:lnTo>
                  <a:pt x="622579" y="1118057"/>
                </a:lnTo>
                <a:lnTo>
                  <a:pt x="625208" y="1118057"/>
                </a:lnTo>
                <a:lnTo>
                  <a:pt x="626325" y="1117587"/>
                </a:lnTo>
                <a:lnTo>
                  <a:pt x="628192" y="1115733"/>
                </a:lnTo>
                <a:lnTo>
                  <a:pt x="628650" y="1114602"/>
                </a:lnTo>
                <a:lnTo>
                  <a:pt x="628650" y="1111973"/>
                </a:lnTo>
                <a:close/>
              </a:path>
              <a:path w="3914775" h="1672589">
                <a:moveTo>
                  <a:pt x="628650" y="557707"/>
                </a:moveTo>
                <a:lnTo>
                  <a:pt x="628192" y="556590"/>
                </a:lnTo>
                <a:lnTo>
                  <a:pt x="626325" y="554723"/>
                </a:lnTo>
                <a:lnTo>
                  <a:pt x="625208" y="554266"/>
                </a:lnTo>
                <a:lnTo>
                  <a:pt x="622579" y="554266"/>
                </a:lnTo>
                <a:lnTo>
                  <a:pt x="621461" y="554723"/>
                </a:lnTo>
                <a:lnTo>
                  <a:pt x="619594" y="556590"/>
                </a:lnTo>
                <a:lnTo>
                  <a:pt x="619125" y="557707"/>
                </a:lnTo>
                <a:lnTo>
                  <a:pt x="619125" y="560336"/>
                </a:lnTo>
                <a:lnTo>
                  <a:pt x="619594" y="561467"/>
                </a:lnTo>
                <a:lnTo>
                  <a:pt x="621461" y="563321"/>
                </a:lnTo>
                <a:lnTo>
                  <a:pt x="622579" y="563791"/>
                </a:lnTo>
                <a:lnTo>
                  <a:pt x="625208" y="563791"/>
                </a:lnTo>
                <a:lnTo>
                  <a:pt x="626325" y="563321"/>
                </a:lnTo>
                <a:lnTo>
                  <a:pt x="628192" y="561467"/>
                </a:lnTo>
                <a:lnTo>
                  <a:pt x="628650" y="560336"/>
                </a:lnTo>
                <a:lnTo>
                  <a:pt x="628650" y="557707"/>
                </a:lnTo>
                <a:close/>
              </a:path>
              <a:path w="3914775" h="1672589">
                <a:moveTo>
                  <a:pt x="628650" y="3441"/>
                </a:moveTo>
                <a:lnTo>
                  <a:pt x="628192" y="2324"/>
                </a:lnTo>
                <a:lnTo>
                  <a:pt x="626325" y="469"/>
                </a:lnTo>
                <a:lnTo>
                  <a:pt x="625208" y="0"/>
                </a:lnTo>
                <a:lnTo>
                  <a:pt x="622579" y="0"/>
                </a:lnTo>
                <a:lnTo>
                  <a:pt x="621461" y="469"/>
                </a:lnTo>
                <a:lnTo>
                  <a:pt x="619594" y="2324"/>
                </a:lnTo>
                <a:lnTo>
                  <a:pt x="619125" y="3441"/>
                </a:lnTo>
                <a:lnTo>
                  <a:pt x="619125" y="6070"/>
                </a:lnTo>
                <a:lnTo>
                  <a:pt x="619594" y="7200"/>
                </a:lnTo>
                <a:lnTo>
                  <a:pt x="621461" y="9055"/>
                </a:lnTo>
                <a:lnTo>
                  <a:pt x="622579" y="9525"/>
                </a:lnTo>
                <a:lnTo>
                  <a:pt x="625208" y="9525"/>
                </a:lnTo>
                <a:lnTo>
                  <a:pt x="626325" y="9055"/>
                </a:lnTo>
                <a:lnTo>
                  <a:pt x="628192" y="7200"/>
                </a:lnTo>
                <a:lnTo>
                  <a:pt x="628650" y="6070"/>
                </a:lnTo>
                <a:lnTo>
                  <a:pt x="628650" y="3441"/>
                </a:lnTo>
                <a:close/>
              </a:path>
              <a:path w="3914775" h="1672589">
                <a:moveTo>
                  <a:pt x="676275" y="1666240"/>
                </a:moveTo>
                <a:lnTo>
                  <a:pt x="675817" y="1665122"/>
                </a:lnTo>
                <a:lnTo>
                  <a:pt x="673950" y="1663255"/>
                </a:lnTo>
                <a:lnTo>
                  <a:pt x="672833" y="1662785"/>
                </a:lnTo>
                <a:lnTo>
                  <a:pt x="670204" y="1662785"/>
                </a:lnTo>
                <a:lnTo>
                  <a:pt x="669086" y="1663255"/>
                </a:lnTo>
                <a:lnTo>
                  <a:pt x="667219" y="1665122"/>
                </a:lnTo>
                <a:lnTo>
                  <a:pt x="666750" y="1666240"/>
                </a:lnTo>
                <a:lnTo>
                  <a:pt x="666750" y="1668868"/>
                </a:lnTo>
                <a:lnTo>
                  <a:pt x="667219" y="1669986"/>
                </a:lnTo>
                <a:lnTo>
                  <a:pt x="669086" y="1671853"/>
                </a:lnTo>
                <a:lnTo>
                  <a:pt x="670204" y="1672310"/>
                </a:lnTo>
                <a:lnTo>
                  <a:pt x="672833" y="1672310"/>
                </a:lnTo>
                <a:lnTo>
                  <a:pt x="673950" y="1671853"/>
                </a:lnTo>
                <a:lnTo>
                  <a:pt x="675817" y="1669986"/>
                </a:lnTo>
                <a:lnTo>
                  <a:pt x="676275" y="1668868"/>
                </a:lnTo>
                <a:lnTo>
                  <a:pt x="676275" y="1666240"/>
                </a:lnTo>
                <a:close/>
              </a:path>
              <a:path w="3914775" h="1672589">
                <a:moveTo>
                  <a:pt x="676275" y="1111973"/>
                </a:moveTo>
                <a:lnTo>
                  <a:pt x="675817" y="1110856"/>
                </a:lnTo>
                <a:lnTo>
                  <a:pt x="673950" y="1108989"/>
                </a:lnTo>
                <a:lnTo>
                  <a:pt x="672833" y="1108532"/>
                </a:lnTo>
                <a:lnTo>
                  <a:pt x="670204" y="1108532"/>
                </a:lnTo>
                <a:lnTo>
                  <a:pt x="669086" y="1108989"/>
                </a:lnTo>
                <a:lnTo>
                  <a:pt x="667219" y="1110856"/>
                </a:lnTo>
                <a:lnTo>
                  <a:pt x="666750" y="1111973"/>
                </a:lnTo>
                <a:lnTo>
                  <a:pt x="666750" y="1114602"/>
                </a:lnTo>
                <a:lnTo>
                  <a:pt x="667219" y="1115733"/>
                </a:lnTo>
                <a:lnTo>
                  <a:pt x="669086" y="1117587"/>
                </a:lnTo>
                <a:lnTo>
                  <a:pt x="670204" y="1118057"/>
                </a:lnTo>
                <a:lnTo>
                  <a:pt x="672833" y="1118057"/>
                </a:lnTo>
                <a:lnTo>
                  <a:pt x="673950" y="1117587"/>
                </a:lnTo>
                <a:lnTo>
                  <a:pt x="675817" y="1115733"/>
                </a:lnTo>
                <a:lnTo>
                  <a:pt x="676275" y="1114602"/>
                </a:lnTo>
                <a:lnTo>
                  <a:pt x="676275" y="1111973"/>
                </a:lnTo>
                <a:close/>
              </a:path>
              <a:path w="3914775" h="1672589">
                <a:moveTo>
                  <a:pt x="676275" y="557707"/>
                </a:moveTo>
                <a:lnTo>
                  <a:pt x="675817" y="556590"/>
                </a:lnTo>
                <a:lnTo>
                  <a:pt x="673950" y="554723"/>
                </a:lnTo>
                <a:lnTo>
                  <a:pt x="672833" y="554266"/>
                </a:lnTo>
                <a:lnTo>
                  <a:pt x="670204" y="554266"/>
                </a:lnTo>
                <a:lnTo>
                  <a:pt x="669086" y="554723"/>
                </a:lnTo>
                <a:lnTo>
                  <a:pt x="667219" y="556590"/>
                </a:lnTo>
                <a:lnTo>
                  <a:pt x="666750" y="557707"/>
                </a:lnTo>
                <a:lnTo>
                  <a:pt x="666750" y="560336"/>
                </a:lnTo>
                <a:lnTo>
                  <a:pt x="667219" y="561467"/>
                </a:lnTo>
                <a:lnTo>
                  <a:pt x="669086" y="563321"/>
                </a:lnTo>
                <a:lnTo>
                  <a:pt x="670204" y="563791"/>
                </a:lnTo>
                <a:lnTo>
                  <a:pt x="672833" y="563791"/>
                </a:lnTo>
                <a:lnTo>
                  <a:pt x="673950" y="563321"/>
                </a:lnTo>
                <a:lnTo>
                  <a:pt x="675817" y="561467"/>
                </a:lnTo>
                <a:lnTo>
                  <a:pt x="676275" y="560336"/>
                </a:lnTo>
                <a:lnTo>
                  <a:pt x="676275" y="557707"/>
                </a:lnTo>
                <a:close/>
              </a:path>
              <a:path w="3914775" h="1672589">
                <a:moveTo>
                  <a:pt x="676275" y="3441"/>
                </a:moveTo>
                <a:lnTo>
                  <a:pt x="675817" y="2324"/>
                </a:lnTo>
                <a:lnTo>
                  <a:pt x="673950" y="469"/>
                </a:lnTo>
                <a:lnTo>
                  <a:pt x="672833" y="0"/>
                </a:lnTo>
                <a:lnTo>
                  <a:pt x="670204" y="0"/>
                </a:lnTo>
                <a:lnTo>
                  <a:pt x="669086" y="469"/>
                </a:lnTo>
                <a:lnTo>
                  <a:pt x="667219" y="2324"/>
                </a:lnTo>
                <a:lnTo>
                  <a:pt x="666750" y="3441"/>
                </a:lnTo>
                <a:lnTo>
                  <a:pt x="666750" y="6070"/>
                </a:lnTo>
                <a:lnTo>
                  <a:pt x="667219" y="7200"/>
                </a:lnTo>
                <a:lnTo>
                  <a:pt x="669086" y="9055"/>
                </a:lnTo>
                <a:lnTo>
                  <a:pt x="670204" y="9525"/>
                </a:lnTo>
                <a:lnTo>
                  <a:pt x="672833" y="9525"/>
                </a:lnTo>
                <a:lnTo>
                  <a:pt x="673950" y="9055"/>
                </a:lnTo>
                <a:lnTo>
                  <a:pt x="675817" y="7200"/>
                </a:lnTo>
                <a:lnTo>
                  <a:pt x="676275" y="6070"/>
                </a:lnTo>
                <a:lnTo>
                  <a:pt x="676275" y="3441"/>
                </a:lnTo>
                <a:close/>
              </a:path>
              <a:path w="3914775" h="1672589">
                <a:moveTo>
                  <a:pt x="723900" y="1666240"/>
                </a:moveTo>
                <a:lnTo>
                  <a:pt x="723442" y="1665122"/>
                </a:lnTo>
                <a:lnTo>
                  <a:pt x="721575" y="1663255"/>
                </a:lnTo>
                <a:lnTo>
                  <a:pt x="720458" y="1662785"/>
                </a:lnTo>
                <a:lnTo>
                  <a:pt x="717829" y="1662785"/>
                </a:lnTo>
                <a:lnTo>
                  <a:pt x="716711" y="1663255"/>
                </a:lnTo>
                <a:lnTo>
                  <a:pt x="714844" y="1665122"/>
                </a:lnTo>
                <a:lnTo>
                  <a:pt x="714375" y="1666240"/>
                </a:lnTo>
                <a:lnTo>
                  <a:pt x="714375" y="1668868"/>
                </a:lnTo>
                <a:lnTo>
                  <a:pt x="714844" y="1669986"/>
                </a:lnTo>
                <a:lnTo>
                  <a:pt x="716711" y="1671853"/>
                </a:lnTo>
                <a:lnTo>
                  <a:pt x="717829" y="1672310"/>
                </a:lnTo>
                <a:lnTo>
                  <a:pt x="720458" y="1672310"/>
                </a:lnTo>
                <a:lnTo>
                  <a:pt x="721575" y="1671853"/>
                </a:lnTo>
                <a:lnTo>
                  <a:pt x="723442" y="1669986"/>
                </a:lnTo>
                <a:lnTo>
                  <a:pt x="723900" y="1668868"/>
                </a:lnTo>
                <a:lnTo>
                  <a:pt x="723900" y="1666240"/>
                </a:lnTo>
                <a:close/>
              </a:path>
              <a:path w="3914775" h="1672589">
                <a:moveTo>
                  <a:pt x="723900" y="1111973"/>
                </a:moveTo>
                <a:lnTo>
                  <a:pt x="723442" y="1110856"/>
                </a:lnTo>
                <a:lnTo>
                  <a:pt x="721575" y="1108989"/>
                </a:lnTo>
                <a:lnTo>
                  <a:pt x="720458" y="1108532"/>
                </a:lnTo>
                <a:lnTo>
                  <a:pt x="717829" y="1108532"/>
                </a:lnTo>
                <a:lnTo>
                  <a:pt x="716711" y="1108989"/>
                </a:lnTo>
                <a:lnTo>
                  <a:pt x="714844" y="1110856"/>
                </a:lnTo>
                <a:lnTo>
                  <a:pt x="714375" y="1111973"/>
                </a:lnTo>
                <a:lnTo>
                  <a:pt x="714375" y="1114602"/>
                </a:lnTo>
                <a:lnTo>
                  <a:pt x="714844" y="1115733"/>
                </a:lnTo>
                <a:lnTo>
                  <a:pt x="716711" y="1117587"/>
                </a:lnTo>
                <a:lnTo>
                  <a:pt x="717829" y="1118057"/>
                </a:lnTo>
                <a:lnTo>
                  <a:pt x="720458" y="1118057"/>
                </a:lnTo>
                <a:lnTo>
                  <a:pt x="721575" y="1117587"/>
                </a:lnTo>
                <a:lnTo>
                  <a:pt x="723442" y="1115733"/>
                </a:lnTo>
                <a:lnTo>
                  <a:pt x="723900" y="1114602"/>
                </a:lnTo>
                <a:lnTo>
                  <a:pt x="723900" y="1111973"/>
                </a:lnTo>
                <a:close/>
              </a:path>
              <a:path w="3914775" h="1672589">
                <a:moveTo>
                  <a:pt x="723900" y="557707"/>
                </a:moveTo>
                <a:lnTo>
                  <a:pt x="723442" y="556590"/>
                </a:lnTo>
                <a:lnTo>
                  <a:pt x="721575" y="554723"/>
                </a:lnTo>
                <a:lnTo>
                  <a:pt x="720458" y="554266"/>
                </a:lnTo>
                <a:lnTo>
                  <a:pt x="717829" y="554266"/>
                </a:lnTo>
                <a:lnTo>
                  <a:pt x="716711" y="554723"/>
                </a:lnTo>
                <a:lnTo>
                  <a:pt x="714844" y="556590"/>
                </a:lnTo>
                <a:lnTo>
                  <a:pt x="714375" y="557707"/>
                </a:lnTo>
                <a:lnTo>
                  <a:pt x="714375" y="560336"/>
                </a:lnTo>
                <a:lnTo>
                  <a:pt x="714844" y="561467"/>
                </a:lnTo>
                <a:lnTo>
                  <a:pt x="716711" y="563321"/>
                </a:lnTo>
                <a:lnTo>
                  <a:pt x="717829" y="563791"/>
                </a:lnTo>
                <a:lnTo>
                  <a:pt x="720458" y="563791"/>
                </a:lnTo>
                <a:lnTo>
                  <a:pt x="721575" y="563321"/>
                </a:lnTo>
                <a:lnTo>
                  <a:pt x="723442" y="561467"/>
                </a:lnTo>
                <a:lnTo>
                  <a:pt x="723900" y="560336"/>
                </a:lnTo>
                <a:lnTo>
                  <a:pt x="723900" y="557707"/>
                </a:lnTo>
                <a:close/>
              </a:path>
              <a:path w="3914775" h="1672589">
                <a:moveTo>
                  <a:pt x="723900" y="3441"/>
                </a:moveTo>
                <a:lnTo>
                  <a:pt x="723442" y="2324"/>
                </a:lnTo>
                <a:lnTo>
                  <a:pt x="721575" y="469"/>
                </a:lnTo>
                <a:lnTo>
                  <a:pt x="720458" y="0"/>
                </a:lnTo>
                <a:lnTo>
                  <a:pt x="717829" y="0"/>
                </a:lnTo>
                <a:lnTo>
                  <a:pt x="716711" y="469"/>
                </a:lnTo>
                <a:lnTo>
                  <a:pt x="714844" y="2324"/>
                </a:lnTo>
                <a:lnTo>
                  <a:pt x="714375" y="3441"/>
                </a:lnTo>
                <a:lnTo>
                  <a:pt x="714375" y="6070"/>
                </a:lnTo>
                <a:lnTo>
                  <a:pt x="714844" y="7200"/>
                </a:lnTo>
                <a:lnTo>
                  <a:pt x="716711" y="9055"/>
                </a:lnTo>
                <a:lnTo>
                  <a:pt x="717829" y="9525"/>
                </a:lnTo>
                <a:lnTo>
                  <a:pt x="720458" y="9525"/>
                </a:lnTo>
                <a:lnTo>
                  <a:pt x="721575" y="9055"/>
                </a:lnTo>
                <a:lnTo>
                  <a:pt x="723442" y="7200"/>
                </a:lnTo>
                <a:lnTo>
                  <a:pt x="723900" y="6070"/>
                </a:lnTo>
                <a:lnTo>
                  <a:pt x="723900" y="3441"/>
                </a:lnTo>
                <a:close/>
              </a:path>
              <a:path w="3914775" h="1672589">
                <a:moveTo>
                  <a:pt x="771525" y="1666240"/>
                </a:moveTo>
                <a:lnTo>
                  <a:pt x="771067" y="1665122"/>
                </a:lnTo>
                <a:lnTo>
                  <a:pt x="769200" y="1663255"/>
                </a:lnTo>
                <a:lnTo>
                  <a:pt x="768083" y="1662785"/>
                </a:lnTo>
                <a:lnTo>
                  <a:pt x="765454" y="1662785"/>
                </a:lnTo>
                <a:lnTo>
                  <a:pt x="764336" y="1663255"/>
                </a:lnTo>
                <a:lnTo>
                  <a:pt x="762469" y="1665122"/>
                </a:lnTo>
                <a:lnTo>
                  <a:pt x="762000" y="1666240"/>
                </a:lnTo>
                <a:lnTo>
                  <a:pt x="762000" y="1668868"/>
                </a:lnTo>
                <a:lnTo>
                  <a:pt x="762469" y="1669986"/>
                </a:lnTo>
                <a:lnTo>
                  <a:pt x="764336" y="1671853"/>
                </a:lnTo>
                <a:lnTo>
                  <a:pt x="765454" y="1672310"/>
                </a:lnTo>
                <a:lnTo>
                  <a:pt x="768083" y="1672310"/>
                </a:lnTo>
                <a:lnTo>
                  <a:pt x="769200" y="1671853"/>
                </a:lnTo>
                <a:lnTo>
                  <a:pt x="771067" y="1669986"/>
                </a:lnTo>
                <a:lnTo>
                  <a:pt x="771525" y="1668868"/>
                </a:lnTo>
                <a:lnTo>
                  <a:pt x="771525" y="1666240"/>
                </a:lnTo>
                <a:close/>
              </a:path>
              <a:path w="3914775" h="1672589">
                <a:moveTo>
                  <a:pt x="771525" y="1111973"/>
                </a:moveTo>
                <a:lnTo>
                  <a:pt x="771067" y="1110856"/>
                </a:lnTo>
                <a:lnTo>
                  <a:pt x="769200" y="1108989"/>
                </a:lnTo>
                <a:lnTo>
                  <a:pt x="768083" y="1108532"/>
                </a:lnTo>
                <a:lnTo>
                  <a:pt x="765454" y="1108532"/>
                </a:lnTo>
                <a:lnTo>
                  <a:pt x="764336" y="1108989"/>
                </a:lnTo>
                <a:lnTo>
                  <a:pt x="762469" y="1110856"/>
                </a:lnTo>
                <a:lnTo>
                  <a:pt x="762000" y="1111973"/>
                </a:lnTo>
                <a:lnTo>
                  <a:pt x="762000" y="1114602"/>
                </a:lnTo>
                <a:lnTo>
                  <a:pt x="762469" y="1115733"/>
                </a:lnTo>
                <a:lnTo>
                  <a:pt x="764336" y="1117587"/>
                </a:lnTo>
                <a:lnTo>
                  <a:pt x="765454" y="1118057"/>
                </a:lnTo>
                <a:lnTo>
                  <a:pt x="768083" y="1118057"/>
                </a:lnTo>
                <a:lnTo>
                  <a:pt x="769200" y="1117587"/>
                </a:lnTo>
                <a:lnTo>
                  <a:pt x="771067" y="1115733"/>
                </a:lnTo>
                <a:lnTo>
                  <a:pt x="771525" y="1114602"/>
                </a:lnTo>
                <a:lnTo>
                  <a:pt x="771525" y="1111973"/>
                </a:lnTo>
                <a:close/>
              </a:path>
              <a:path w="3914775" h="1672589">
                <a:moveTo>
                  <a:pt x="771525" y="557707"/>
                </a:moveTo>
                <a:lnTo>
                  <a:pt x="771067" y="556590"/>
                </a:lnTo>
                <a:lnTo>
                  <a:pt x="769200" y="554723"/>
                </a:lnTo>
                <a:lnTo>
                  <a:pt x="768083" y="554266"/>
                </a:lnTo>
                <a:lnTo>
                  <a:pt x="765454" y="554266"/>
                </a:lnTo>
                <a:lnTo>
                  <a:pt x="764336" y="554723"/>
                </a:lnTo>
                <a:lnTo>
                  <a:pt x="762469" y="556590"/>
                </a:lnTo>
                <a:lnTo>
                  <a:pt x="762000" y="557707"/>
                </a:lnTo>
                <a:lnTo>
                  <a:pt x="762000" y="560336"/>
                </a:lnTo>
                <a:lnTo>
                  <a:pt x="762469" y="561467"/>
                </a:lnTo>
                <a:lnTo>
                  <a:pt x="764336" y="563321"/>
                </a:lnTo>
                <a:lnTo>
                  <a:pt x="765454" y="563791"/>
                </a:lnTo>
                <a:lnTo>
                  <a:pt x="768083" y="563791"/>
                </a:lnTo>
                <a:lnTo>
                  <a:pt x="769200" y="563321"/>
                </a:lnTo>
                <a:lnTo>
                  <a:pt x="771067" y="561467"/>
                </a:lnTo>
                <a:lnTo>
                  <a:pt x="771525" y="560336"/>
                </a:lnTo>
                <a:lnTo>
                  <a:pt x="771525" y="557707"/>
                </a:lnTo>
                <a:close/>
              </a:path>
              <a:path w="3914775" h="1672589">
                <a:moveTo>
                  <a:pt x="771525" y="3441"/>
                </a:moveTo>
                <a:lnTo>
                  <a:pt x="771067" y="2324"/>
                </a:lnTo>
                <a:lnTo>
                  <a:pt x="769200" y="469"/>
                </a:lnTo>
                <a:lnTo>
                  <a:pt x="768083" y="0"/>
                </a:lnTo>
                <a:lnTo>
                  <a:pt x="765454" y="0"/>
                </a:lnTo>
                <a:lnTo>
                  <a:pt x="764336" y="469"/>
                </a:lnTo>
                <a:lnTo>
                  <a:pt x="762469" y="2324"/>
                </a:lnTo>
                <a:lnTo>
                  <a:pt x="762000" y="3441"/>
                </a:lnTo>
                <a:lnTo>
                  <a:pt x="762000" y="6070"/>
                </a:lnTo>
                <a:lnTo>
                  <a:pt x="762469" y="7200"/>
                </a:lnTo>
                <a:lnTo>
                  <a:pt x="764336" y="9055"/>
                </a:lnTo>
                <a:lnTo>
                  <a:pt x="765454" y="9525"/>
                </a:lnTo>
                <a:lnTo>
                  <a:pt x="768083" y="9525"/>
                </a:lnTo>
                <a:lnTo>
                  <a:pt x="769200" y="9055"/>
                </a:lnTo>
                <a:lnTo>
                  <a:pt x="771067" y="7200"/>
                </a:lnTo>
                <a:lnTo>
                  <a:pt x="771525" y="6070"/>
                </a:lnTo>
                <a:lnTo>
                  <a:pt x="771525" y="3441"/>
                </a:lnTo>
                <a:close/>
              </a:path>
              <a:path w="3914775" h="1672589">
                <a:moveTo>
                  <a:pt x="819150" y="1666240"/>
                </a:moveTo>
                <a:lnTo>
                  <a:pt x="818692" y="1665122"/>
                </a:lnTo>
                <a:lnTo>
                  <a:pt x="816825" y="1663255"/>
                </a:lnTo>
                <a:lnTo>
                  <a:pt x="815708" y="1662785"/>
                </a:lnTo>
                <a:lnTo>
                  <a:pt x="813079" y="1662785"/>
                </a:lnTo>
                <a:lnTo>
                  <a:pt x="811961" y="1663255"/>
                </a:lnTo>
                <a:lnTo>
                  <a:pt x="810094" y="1665122"/>
                </a:lnTo>
                <a:lnTo>
                  <a:pt x="809625" y="1666240"/>
                </a:lnTo>
                <a:lnTo>
                  <a:pt x="809625" y="1668868"/>
                </a:lnTo>
                <a:lnTo>
                  <a:pt x="810094" y="1669986"/>
                </a:lnTo>
                <a:lnTo>
                  <a:pt x="811961" y="1671853"/>
                </a:lnTo>
                <a:lnTo>
                  <a:pt x="813079" y="1672310"/>
                </a:lnTo>
                <a:lnTo>
                  <a:pt x="815708" y="1672310"/>
                </a:lnTo>
                <a:lnTo>
                  <a:pt x="816825" y="1671853"/>
                </a:lnTo>
                <a:lnTo>
                  <a:pt x="818692" y="1669986"/>
                </a:lnTo>
                <a:lnTo>
                  <a:pt x="819150" y="1668868"/>
                </a:lnTo>
                <a:lnTo>
                  <a:pt x="819150" y="1666240"/>
                </a:lnTo>
                <a:close/>
              </a:path>
              <a:path w="3914775" h="1672589">
                <a:moveTo>
                  <a:pt x="819150" y="1111973"/>
                </a:moveTo>
                <a:lnTo>
                  <a:pt x="818692" y="1110856"/>
                </a:lnTo>
                <a:lnTo>
                  <a:pt x="816825" y="1108989"/>
                </a:lnTo>
                <a:lnTo>
                  <a:pt x="815708" y="1108532"/>
                </a:lnTo>
                <a:lnTo>
                  <a:pt x="813079" y="1108532"/>
                </a:lnTo>
                <a:lnTo>
                  <a:pt x="811961" y="1108989"/>
                </a:lnTo>
                <a:lnTo>
                  <a:pt x="810094" y="1110856"/>
                </a:lnTo>
                <a:lnTo>
                  <a:pt x="809625" y="1111973"/>
                </a:lnTo>
                <a:lnTo>
                  <a:pt x="809625" y="1114602"/>
                </a:lnTo>
                <a:lnTo>
                  <a:pt x="810094" y="1115733"/>
                </a:lnTo>
                <a:lnTo>
                  <a:pt x="811961" y="1117587"/>
                </a:lnTo>
                <a:lnTo>
                  <a:pt x="813079" y="1118057"/>
                </a:lnTo>
                <a:lnTo>
                  <a:pt x="815708" y="1118057"/>
                </a:lnTo>
                <a:lnTo>
                  <a:pt x="816825" y="1117587"/>
                </a:lnTo>
                <a:lnTo>
                  <a:pt x="818692" y="1115733"/>
                </a:lnTo>
                <a:lnTo>
                  <a:pt x="819150" y="1114602"/>
                </a:lnTo>
                <a:lnTo>
                  <a:pt x="819150" y="1111973"/>
                </a:lnTo>
                <a:close/>
              </a:path>
              <a:path w="3914775" h="1672589">
                <a:moveTo>
                  <a:pt x="819150" y="557707"/>
                </a:moveTo>
                <a:lnTo>
                  <a:pt x="818692" y="556590"/>
                </a:lnTo>
                <a:lnTo>
                  <a:pt x="816825" y="554723"/>
                </a:lnTo>
                <a:lnTo>
                  <a:pt x="815708" y="554266"/>
                </a:lnTo>
                <a:lnTo>
                  <a:pt x="813079" y="554266"/>
                </a:lnTo>
                <a:lnTo>
                  <a:pt x="811961" y="554723"/>
                </a:lnTo>
                <a:lnTo>
                  <a:pt x="810094" y="556590"/>
                </a:lnTo>
                <a:lnTo>
                  <a:pt x="809625" y="557707"/>
                </a:lnTo>
                <a:lnTo>
                  <a:pt x="809625" y="560336"/>
                </a:lnTo>
                <a:lnTo>
                  <a:pt x="810094" y="561467"/>
                </a:lnTo>
                <a:lnTo>
                  <a:pt x="811961" y="563321"/>
                </a:lnTo>
                <a:lnTo>
                  <a:pt x="813079" y="563791"/>
                </a:lnTo>
                <a:lnTo>
                  <a:pt x="815708" y="563791"/>
                </a:lnTo>
                <a:lnTo>
                  <a:pt x="816825" y="563321"/>
                </a:lnTo>
                <a:lnTo>
                  <a:pt x="818692" y="561467"/>
                </a:lnTo>
                <a:lnTo>
                  <a:pt x="819150" y="560336"/>
                </a:lnTo>
                <a:lnTo>
                  <a:pt x="819150" y="557707"/>
                </a:lnTo>
                <a:close/>
              </a:path>
              <a:path w="3914775" h="1672589">
                <a:moveTo>
                  <a:pt x="819150" y="3441"/>
                </a:moveTo>
                <a:lnTo>
                  <a:pt x="818692" y="2324"/>
                </a:lnTo>
                <a:lnTo>
                  <a:pt x="816825" y="469"/>
                </a:lnTo>
                <a:lnTo>
                  <a:pt x="815708" y="0"/>
                </a:lnTo>
                <a:lnTo>
                  <a:pt x="813079" y="0"/>
                </a:lnTo>
                <a:lnTo>
                  <a:pt x="811961" y="469"/>
                </a:lnTo>
                <a:lnTo>
                  <a:pt x="810094" y="2324"/>
                </a:lnTo>
                <a:lnTo>
                  <a:pt x="809625" y="3441"/>
                </a:lnTo>
                <a:lnTo>
                  <a:pt x="809625" y="6070"/>
                </a:lnTo>
                <a:lnTo>
                  <a:pt x="810094" y="7200"/>
                </a:lnTo>
                <a:lnTo>
                  <a:pt x="811961" y="9055"/>
                </a:lnTo>
                <a:lnTo>
                  <a:pt x="813079" y="9525"/>
                </a:lnTo>
                <a:lnTo>
                  <a:pt x="815708" y="9525"/>
                </a:lnTo>
                <a:lnTo>
                  <a:pt x="816825" y="9055"/>
                </a:lnTo>
                <a:lnTo>
                  <a:pt x="818692" y="7200"/>
                </a:lnTo>
                <a:lnTo>
                  <a:pt x="819150" y="6070"/>
                </a:lnTo>
                <a:lnTo>
                  <a:pt x="819150" y="3441"/>
                </a:lnTo>
                <a:close/>
              </a:path>
              <a:path w="3914775" h="1672589">
                <a:moveTo>
                  <a:pt x="866775" y="1666240"/>
                </a:moveTo>
                <a:lnTo>
                  <a:pt x="866317" y="1665122"/>
                </a:lnTo>
                <a:lnTo>
                  <a:pt x="864450" y="1663255"/>
                </a:lnTo>
                <a:lnTo>
                  <a:pt x="863333" y="1662785"/>
                </a:lnTo>
                <a:lnTo>
                  <a:pt x="860704" y="1662785"/>
                </a:lnTo>
                <a:lnTo>
                  <a:pt x="859586" y="1663255"/>
                </a:lnTo>
                <a:lnTo>
                  <a:pt x="857719" y="1665122"/>
                </a:lnTo>
                <a:lnTo>
                  <a:pt x="857250" y="1666240"/>
                </a:lnTo>
                <a:lnTo>
                  <a:pt x="857250" y="1668868"/>
                </a:lnTo>
                <a:lnTo>
                  <a:pt x="857719" y="1669986"/>
                </a:lnTo>
                <a:lnTo>
                  <a:pt x="859586" y="1671853"/>
                </a:lnTo>
                <a:lnTo>
                  <a:pt x="860704" y="1672310"/>
                </a:lnTo>
                <a:lnTo>
                  <a:pt x="863333" y="1672310"/>
                </a:lnTo>
                <a:lnTo>
                  <a:pt x="864450" y="1671853"/>
                </a:lnTo>
                <a:lnTo>
                  <a:pt x="866317" y="1669986"/>
                </a:lnTo>
                <a:lnTo>
                  <a:pt x="866775" y="1668868"/>
                </a:lnTo>
                <a:lnTo>
                  <a:pt x="866775" y="1666240"/>
                </a:lnTo>
                <a:close/>
              </a:path>
              <a:path w="3914775" h="1672589">
                <a:moveTo>
                  <a:pt x="866775" y="1111973"/>
                </a:moveTo>
                <a:lnTo>
                  <a:pt x="866317" y="1110856"/>
                </a:lnTo>
                <a:lnTo>
                  <a:pt x="864450" y="1108989"/>
                </a:lnTo>
                <a:lnTo>
                  <a:pt x="863333" y="1108532"/>
                </a:lnTo>
                <a:lnTo>
                  <a:pt x="860704" y="1108532"/>
                </a:lnTo>
                <a:lnTo>
                  <a:pt x="859586" y="1108989"/>
                </a:lnTo>
                <a:lnTo>
                  <a:pt x="857719" y="1110856"/>
                </a:lnTo>
                <a:lnTo>
                  <a:pt x="857250" y="1111973"/>
                </a:lnTo>
                <a:lnTo>
                  <a:pt x="857250" y="1114602"/>
                </a:lnTo>
                <a:lnTo>
                  <a:pt x="857719" y="1115733"/>
                </a:lnTo>
                <a:lnTo>
                  <a:pt x="859586" y="1117587"/>
                </a:lnTo>
                <a:lnTo>
                  <a:pt x="860704" y="1118057"/>
                </a:lnTo>
                <a:lnTo>
                  <a:pt x="863333" y="1118057"/>
                </a:lnTo>
                <a:lnTo>
                  <a:pt x="864450" y="1117587"/>
                </a:lnTo>
                <a:lnTo>
                  <a:pt x="866317" y="1115733"/>
                </a:lnTo>
                <a:lnTo>
                  <a:pt x="866775" y="1114602"/>
                </a:lnTo>
                <a:lnTo>
                  <a:pt x="866775" y="1111973"/>
                </a:lnTo>
                <a:close/>
              </a:path>
              <a:path w="3914775" h="1672589">
                <a:moveTo>
                  <a:pt x="866775" y="557707"/>
                </a:moveTo>
                <a:lnTo>
                  <a:pt x="866317" y="556590"/>
                </a:lnTo>
                <a:lnTo>
                  <a:pt x="864450" y="554723"/>
                </a:lnTo>
                <a:lnTo>
                  <a:pt x="863333" y="554266"/>
                </a:lnTo>
                <a:lnTo>
                  <a:pt x="860704" y="554266"/>
                </a:lnTo>
                <a:lnTo>
                  <a:pt x="859586" y="554723"/>
                </a:lnTo>
                <a:lnTo>
                  <a:pt x="857719" y="556590"/>
                </a:lnTo>
                <a:lnTo>
                  <a:pt x="857250" y="557707"/>
                </a:lnTo>
                <a:lnTo>
                  <a:pt x="857250" y="560336"/>
                </a:lnTo>
                <a:lnTo>
                  <a:pt x="857719" y="561467"/>
                </a:lnTo>
                <a:lnTo>
                  <a:pt x="859586" y="563321"/>
                </a:lnTo>
                <a:lnTo>
                  <a:pt x="860704" y="563791"/>
                </a:lnTo>
                <a:lnTo>
                  <a:pt x="863333" y="563791"/>
                </a:lnTo>
                <a:lnTo>
                  <a:pt x="864450" y="563321"/>
                </a:lnTo>
                <a:lnTo>
                  <a:pt x="866317" y="561467"/>
                </a:lnTo>
                <a:lnTo>
                  <a:pt x="866775" y="560336"/>
                </a:lnTo>
                <a:lnTo>
                  <a:pt x="866775" y="557707"/>
                </a:lnTo>
                <a:close/>
              </a:path>
              <a:path w="3914775" h="1672589">
                <a:moveTo>
                  <a:pt x="866775" y="3441"/>
                </a:moveTo>
                <a:lnTo>
                  <a:pt x="866317" y="2324"/>
                </a:lnTo>
                <a:lnTo>
                  <a:pt x="864450" y="469"/>
                </a:lnTo>
                <a:lnTo>
                  <a:pt x="863333" y="0"/>
                </a:lnTo>
                <a:lnTo>
                  <a:pt x="860704" y="0"/>
                </a:lnTo>
                <a:lnTo>
                  <a:pt x="859586" y="469"/>
                </a:lnTo>
                <a:lnTo>
                  <a:pt x="857719" y="2324"/>
                </a:lnTo>
                <a:lnTo>
                  <a:pt x="857250" y="3441"/>
                </a:lnTo>
                <a:lnTo>
                  <a:pt x="857250" y="6070"/>
                </a:lnTo>
                <a:lnTo>
                  <a:pt x="857719" y="7200"/>
                </a:lnTo>
                <a:lnTo>
                  <a:pt x="859586" y="9055"/>
                </a:lnTo>
                <a:lnTo>
                  <a:pt x="860704" y="9525"/>
                </a:lnTo>
                <a:lnTo>
                  <a:pt x="863333" y="9525"/>
                </a:lnTo>
                <a:lnTo>
                  <a:pt x="864450" y="9055"/>
                </a:lnTo>
                <a:lnTo>
                  <a:pt x="866317" y="7200"/>
                </a:lnTo>
                <a:lnTo>
                  <a:pt x="866775" y="6070"/>
                </a:lnTo>
                <a:lnTo>
                  <a:pt x="866775" y="3441"/>
                </a:lnTo>
                <a:close/>
              </a:path>
              <a:path w="3914775" h="1672589">
                <a:moveTo>
                  <a:pt x="914400" y="1666240"/>
                </a:moveTo>
                <a:lnTo>
                  <a:pt x="913942" y="1665122"/>
                </a:lnTo>
                <a:lnTo>
                  <a:pt x="912075" y="1663255"/>
                </a:lnTo>
                <a:lnTo>
                  <a:pt x="910958" y="1662785"/>
                </a:lnTo>
                <a:lnTo>
                  <a:pt x="908329" y="1662785"/>
                </a:lnTo>
                <a:lnTo>
                  <a:pt x="907211" y="1663255"/>
                </a:lnTo>
                <a:lnTo>
                  <a:pt x="905344" y="1665122"/>
                </a:lnTo>
                <a:lnTo>
                  <a:pt x="904875" y="1666240"/>
                </a:lnTo>
                <a:lnTo>
                  <a:pt x="904875" y="1668868"/>
                </a:lnTo>
                <a:lnTo>
                  <a:pt x="905344" y="1669986"/>
                </a:lnTo>
                <a:lnTo>
                  <a:pt x="907211" y="1671853"/>
                </a:lnTo>
                <a:lnTo>
                  <a:pt x="908329" y="1672310"/>
                </a:lnTo>
                <a:lnTo>
                  <a:pt x="910958" y="1672310"/>
                </a:lnTo>
                <a:lnTo>
                  <a:pt x="912075" y="1671853"/>
                </a:lnTo>
                <a:lnTo>
                  <a:pt x="913942" y="1669986"/>
                </a:lnTo>
                <a:lnTo>
                  <a:pt x="914400" y="1668868"/>
                </a:lnTo>
                <a:lnTo>
                  <a:pt x="914400" y="1666240"/>
                </a:lnTo>
                <a:close/>
              </a:path>
              <a:path w="3914775" h="1672589">
                <a:moveTo>
                  <a:pt x="914400" y="1111973"/>
                </a:moveTo>
                <a:lnTo>
                  <a:pt x="913942" y="1110856"/>
                </a:lnTo>
                <a:lnTo>
                  <a:pt x="912075" y="1108989"/>
                </a:lnTo>
                <a:lnTo>
                  <a:pt x="910958" y="1108532"/>
                </a:lnTo>
                <a:lnTo>
                  <a:pt x="908329" y="1108532"/>
                </a:lnTo>
                <a:lnTo>
                  <a:pt x="907211" y="1108989"/>
                </a:lnTo>
                <a:lnTo>
                  <a:pt x="905344" y="1110856"/>
                </a:lnTo>
                <a:lnTo>
                  <a:pt x="904875" y="1111973"/>
                </a:lnTo>
                <a:lnTo>
                  <a:pt x="904875" y="1114602"/>
                </a:lnTo>
                <a:lnTo>
                  <a:pt x="905344" y="1115733"/>
                </a:lnTo>
                <a:lnTo>
                  <a:pt x="907211" y="1117587"/>
                </a:lnTo>
                <a:lnTo>
                  <a:pt x="908329" y="1118057"/>
                </a:lnTo>
                <a:lnTo>
                  <a:pt x="910958" y="1118057"/>
                </a:lnTo>
                <a:lnTo>
                  <a:pt x="912075" y="1117587"/>
                </a:lnTo>
                <a:lnTo>
                  <a:pt x="913942" y="1115733"/>
                </a:lnTo>
                <a:lnTo>
                  <a:pt x="914400" y="1114602"/>
                </a:lnTo>
                <a:lnTo>
                  <a:pt x="914400" y="1111973"/>
                </a:lnTo>
                <a:close/>
              </a:path>
              <a:path w="3914775" h="1672589">
                <a:moveTo>
                  <a:pt x="914400" y="557707"/>
                </a:moveTo>
                <a:lnTo>
                  <a:pt x="913942" y="556590"/>
                </a:lnTo>
                <a:lnTo>
                  <a:pt x="912075" y="554723"/>
                </a:lnTo>
                <a:lnTo>
                  <a:pt x="910958" y="554266"/>
                </a:lnTo>
                <a:lnTo>
                  <a:pt x="908329" y="554266"/>
                </a:lnTo>
                <a:lnTo>
                  <a:pt x="907211" y="554723"/>
                </a:lnTo>
                <a:lnTo>
                  <a:pt x="905344" y="556590"/>
                </a:lnTo>
                <a:lnTo>
                  <a:pt x="904875" y="557707"/>
                </a:lnTo>
                <a:lnTo>
                  <a:pt x="904875" y="560336"/>
                </a:lnTo>
                <a:lnTo>
                  <a:pt x="905344" y="561467"/>
                </a:lnTo>
                <a:lnTo>
                  <a:pt x="907211" y="563321"/>
                </a:lnTo>
                <a:lnTo>
                  <a:pt x="908329" y="563791"/>
                </a:lnTo>
                <a:lnTo>
                  <a:pt x="910958" y="563791"/>
                </a:lnTo>
                <a:lnTo>
                  <a:pt x="912075" y="563321"/>
                </a:lnTo>
                <a:lnTo>
                  <a:pt x="913942" y="561467"/>
                </a:lnTo>
                <a:lnTo>
                  <a:pt x="914400" y="560336"/>
                </a:lnTo>
                <a:lnTo>
                  <a:pt x="914400" y="557707"/>
                </a:lnTo>
                <a:close/>
              </a:path>
              <a:path w="3914775" h="1672589">
                <a:moveTo>
                  <a:pt x="914400" y="3441"/>
                </a:moveTo>
                <a:lnTo>
                  <a:pt x="913942" y="2324"/>
                </a:lnTo>
                <a:lnTo>
                  <a:pt x="912075" y="469"/>
                </a:lnTo>
                <a:lnTo>
                  <a:pt x="910958" y="0"/>
                </a:lnTo>
                <a:lnTo>
                  <a:pt x="908329" y="0"/>
                </a:lnTo>
                <a:lnTo>
                  <a:pt x="907211" y="469"/>
                </a:lnTo>
                <a:lnTo>
                  <a:pt x="905344" y="2324"/>
                </a:lnTo>
                <a:lnTo>
                  <a:pt x="904875" y="3441"/>
                </a:lnTo>
                <a:lnTo>
                  <a:pt x="904875" y="6070"/>
                </a:lnTo>
                <a:lnTo>
                  <a:pt x="905344" y="7200"/>
                </a:lnTo>
                <a:lnTo>
                  <a:pt x="907211" y="9055"/>
                </a:lnTo>
                <a:lnTo>
                  <a:pt x="908329" y="9525"/>
                </a:lnTo>
                <a:lnTo>
                  <a:pt x="910958" y="9525"/>
                </a:lnTo>
                <a:lnTo>
                  <a:pt x="912075" y="9055"/>
                </a:lnTo>
                <a:lnTo>
                  <a:pt x="913942" y="7200"/>
                </a:lnTo>
                <a:lnTo>
                  <a:pt x="914400" y="6070"/>
                </a:lnTo>
                <a:lnTo>
                  <a:pt x="914400" y="3441"/>
                </a:lnTo>
                <a:close/>
              </a:path>
              <a:path w="3914775" h="1672589">
                <a:moveTo>
                  <a:pt x="962025" y="1666240"/>
                </a:moveTo>
                <a:lnTo>
                  <a:pt x="961567" y="1665122"/>
                </a:lnTo>
                <a:lnTo>
                  <a:pt x="959700" y="1663255"/>
                </a:lnTo>
                <a:lnTo>
                  <a:pt x="958583" y="1662785"/>
                </a:lnTo>
                <a:lnTo>
                  <a:pt x="955954" y="1662785"/>
                </a:lnTo>
                <a:lnTo>
                  <a:pt x="954836" y="1663255"/>
                </a:lnTo>
                <a:lnTo>
                  <a:pt x="952969" y="1665122"/>
                </a:lnTo>
                <a:lnTo>
                  <a:pt x="952500" y="1666240"/>
                </a:lnTo>
                <a:lnTo>
                  <a:pt x="952500" y="1668868"/>
                </a:lnTo>
                <a:lnTo>
                  <a:pt x="952969" y="1669986"/>
                </a:lnTo>
                <a:lnTo>
                  <a:pt x="954836" y="1671853"/>
                </a:lnTo>
                <a:lnTo>
                  <a:pt x="955954" y="1672310"/>
                </a:lnTo>
                <a:lnTo>
                  <a:pt x="958583" y="1672310"/>
                </a:lnTo>
                <a:lnTo>
                  <a:pt x="959700" y="1671853"/>
                </a:lnTo>
                <a:lnTo>
                  <a:pt x="961567" y="1669986"/>
                </a:lnTo>
                <a:lnTo>
                  <a:pt x="962025" y="1668868"/>
                </a:lnTo>
                <a:lnTo>
                  <a:pt x="962025" y="1666240"/>
                </a:lnTo>
                <a:close/>
              </a:path>
              <a:path w="3914775" h="1672589">
                <a:moveTo>
                  <a:pt x="962025" y="1111973"/>
                </a:moveTo>
                <a:lnTo>
                  <a:pt x="961567" y="1110856"/>
                </a:lnTo>
                <a:lnTo>
                  <a:pt x="959700" y="1108989"/>
                </a:lnTo>
                <a:lnTo>
                  <a:pt x="958583" y="1108532"/>
                </a:lnTo>
                <a:lnTo>
                  <a:pt x="955954" y="1108532"/>
                </a:lnTo>
                <a:lnTo>
                  <a:pt x="954836" y="1108989"/>
                </a:lnTo>
                <a:lnTo>
                  <a:pt x="952969" y="1110856"/>
                </a:lnTo>
                <a:lnTo>
                  <a:pt x="952500" y="1111973"/>
                </a:lnTo>
                <a:lnTo>
                  <a:pt x="952500" y="1114602"/>
                </a:lnTo>
                <a:lnTo>
                  <a:pt x="952969" y="1115733"/>
                </a:lnTo>
                <a:lnTo>
                  <a:pt x="954836" y="1117587"/>
                </a:lnTo>
                <a:lnTo>
                  <a:pt x="955954" y="1118057"/>
                </a:lnTo>
                <a:lnTo>
                  <a:pt x="958583" y="1118057"/>
                </a:lnTo>
                <a:lnTo>
                  <a:pt x="959700" y="1117587"/>
                </a:lnTo>
                <a:lnTo>
                  <a:pt x="961567" y="1115733"/>
                </a:lnTo>
                <a:lnTo>
                  <a:pt x="962025" y="1114602"/>
                </a:lnTo>
                <a:lnTo>
                  <a:pt x="962025" y="1111973"/>
                </a:lnTo>
                <a:close/>
              </a:path>
              <a:path w="3914775" h="1672589">
                <a:moveTo>
                  <a:pt x="962025" y="557707"/>
                </a:moveTo>
                <a:lnTo>
                  <a:pt x="961567" y="556590"/>
                </a:lnTo>
                <a:lnTo>
                  <a:pt x="959700" y="554723"/>
                </a:lnTo>
                <a:lnTo>
                  <a:pt x="958583" y="554266"/>
                </a:lnTo>
                <a:lnTo>
                  <a:pt x="955954" y="554266"/>
                </a:lnTo>
                <a:lnTo>
                  <a:pt x="954836" y="554723"/>
                </a:lnTo>
                <a:lnTo>
                  <a:pt x="952969" y="556590"/>
                </a:lnTo>
                <a:lnTo>
                  <a:pt x="952500" y="557707"/>
                </a:lnTo>
                <a:lnTo>
                  <a:pt x="952500" y="560336"/>
                </a:lnTo>
                <a:lnTo>
                  <a:pt x="952969" y="561467"/>
                </a:lnTo>
                <a:lnTo>
                  <a:pt x="954836" y="563321"/>
                </a:lnTo>
                <a:lnTo>
                  <a:pt x="955954" y="563791"/>
                </a:lnTo>
                <a:lnTo>
                  <a:pt x="958583" y="563791"/>
                </a:lnTo>
                <a:lnTo>
                  <a:pt x="959700" y="563321"/>
                </a:lnTo>
                <a:lnTo>
                  <a:pt x="961567" y="561467"/>
                </a:lnTo>
                <a:lnTo>
                  <a:pt x="962025" y="560336"/>
                </a:lnTo>
                <a:lnTo>
                  <a:pt x="962025" y="557707"/>
                </a:lnTo>
                <a:close/>
              </a:path>
              <a:path w="3914775" h="1672589">
                <a:moveTo>
                  <a:pt x="962025" y="3441"/>
                </a:moveTo>
                <a:lnTo>
                  <a:pt x="961567" y="2324"/>
                </a:lnTo>
                <a:lnTo>
                  <a:pt x="959700" y="469"/>
                </a:lnTo>
                <a:lnTo>
                  <a:pt x="958583" y="0"/>
                </a:lnTo>
                <a:lnTo>
                  <a:pt x="955954" y="0"/>
                </a:lnTo>
                <a:lnTo>
                  <a:pt x="954836" y="469"/>
                </a:lnTo>
                <a:lnTo>
                  <a:pt x="952969" y="2324"/>
                </a:lnTo>
                <a:lnTo>
                  <a:pt x="952500" y="3441"/>
                </a:lnTo>
                <a:lnTo>
                  <a:pt x="952500" y="6070"/>
                </a:lnTo>
                <a:lnTo>
                  <a:pt x="952969" y="7200"/>
                </a:lnTo>
                <a:lnTo>
                  <a:pt x="954836" y="9055"/>
                </a:lnTo>
                <a:lnTo>
                  <a:pt x="955954" y="9525"/>
                </a:lnTo>
                <a:lnTo>
                  <a:pt x="958583" y="9525"/>
                </a:lnTo>
                <a:lnTo>
                  <a:pt x="959700" y="9055"/>
                </a:lnTo>
                <a:lnTo>
                  <a:pt x="961567" y="7200"/>
                </a:lnTo>
                <a:lnTo>
                  <a:pt x="962025" y="6070"/>
                </a:lnTo>
                <a:lnTo>
                  <a:pt x="962025" y="3441"/>
                </a:lnTo>
                <a:close/>
              </a:path>
              <a:path w="3914775" h="1672589">
                <a:moveTo>
                  <a:pt x="1009650" y="1666240"/>
                </a:moveTo>
                <a:lnTo>
                  <a:pt x="1009192" y="1665122"/>
                </a:lnTo>
                <a:lnTo>
                  <a:pt x="1007325" y="1663255"/>
                </a:lnTo>
                <a:lnTo>
                  <a:pt x="1006208" y="1662785"/>
                </a:lnTo>
                <a:lnTo>
                  <a:pt x="1003579" y="1662785"/>
                </a:lnTo>
                <a:lnTo>
                  <a:pt x="1002461" y="1663255"/>
                </a:lnTo>
                <a:lnTo>
                  <a:pt x="1000594" y="1665122"/>
                </a:lnTo>
                <a:lnTo>
                  <a:pt x="1000125" y="1666240"/>
                </a:lnTo>
                <a:lnTo>
                  <a:pt x="1000125" y="1668868"/>
                </a:lnTo>
                <a:lnTo>
                  <a:pt x="1000594" y="1669986"/>
                </a:lnTo>
                <a:lnTo>
                  <a:pt x="1002461" y="1671853"/>
                </a:lnTo>
                <a:lnTo>
                  <a:pt x="1003579" y="1672310"/>
                </a:lnTo>
                <a:lnTo>
                  <a:pt x="1006208" y="1672310"/>
                </a:lnTo>
                <a:lnTo>
                  <a:pt x="1007325" y="1671853"/>
                </a:lnTo>
                <a:lnTo>
                  <a:pt x="1009192" y="1669986"/>
                </a:lnTo>
                <a:lnTo>
                  <a:pt x="1009650" y="1668868"/>
                </a:lnTo>
                <a:lnTo>
                  <a:pt x="1009650" y="1666240"/>
                </a:lnTo>
                <a:close/>
              </a:path>
              <a:path w="3914775" h="1672589">
                <a:moveTo>
                  <a:pt x="1009650" y="1111973"/>
                </a:moveTo>
                <a:lnTo>
                  <a:pt x="1009192" y="1110856"/>
                </a:lnTo>
                <a:lnTo>
                  <a:pt x="1007325" y="1108989"/>
                </a:lnTo>
                <a:lnTo>
                  <a:pt x="1006208" y="1108532"/>
                </a:lnTo>
                <a:lnTo>
                  <a:pt x="1003579" y="1108532"/>
                </a:lnTo>
                <a:lnTo>
                  <a:pt x="1002461" y="1108989"/>
                </a:lnTo>
                <a:lnTo>
                  <a:pt x="1000594" y="1110856"/>
                </a:lnTo>
                <a:lnTo>
                  <a:pt x="1000125" y="1111973"/>
                </a:lnTo>
                <a:lnTo>
                  <a:pt x="1000125" y="1114602"/>
                </a:lnTo>
                <a:lnTo>
                  <a:pt x="1000594" y="1115733"/>
                </a:lnTo>
                <a:lnTo>
                  <a:pt x="1002461" y="1117587"/>
                </a:lnTo>
                <a:lnTo>
                  <a:pt x="1003579" y="1118057"/>
                </a:lnTo>
                <a:lnTo>
                  <a:pt x="1006208" y="1118057"/>
                </a:lnTo>
                <a:lnTo>
                  <a:pt x="1007325" y="1117587"/>
                </a:lnTo>
                <a:lnTo>
                  <a:pt x="1009192" y="1115733"/>
                </a:lnTo>
                <a:lnTo>
                  <a:pt x="1009650" y="1114602"/>
                </a:lnTo>
                <a:lnTo>
                  <a:pt x="1009650" y="1111973"/>
                </a:lnTo>
                <a:close/>
              </a:path>
              <a:path w="3914775" h="1672589">
                <a:moveTo>
                  <a:pt x="1009650" y="557707"/>
                </a:moveTo>
                <a:lnTo>
                  <a:pt x="1009192" y="556590"/>
                </a:lnTo>
                <a:lnTo>
                  <a:pt x="1007325" y="554723"/>
                </a:lnTo>
                <a:lnTo>
                  <a:pt x="1006208" y="554266"/>
                </a:lnTo>
                <a:lnTo>
                  <a:pt x="1003579" y="554266"/>
                </a:lnTo>
                <a:lnTo>
                  <a:pt x="1002461" y="554723"/>
                </a:lnTo>
                <a:lnTo>
                  <a:pt x="1000594" y="556590"/>
                </a:lnTo>
                <a:lnTo>
                  <a:pt x="1000125" y="557707"/>
                </a:lnTo>
                <a:lnTo>
                  <a:pt x="1000125" y="560336"/>
                </a:lnTo>
                <a:lnTo>
                  <a:pt x="1000594" y="561467"/>
                </a:lnTo>
                <a:lnTo>
                  <a:pt x="1002461" y="563321"/>
                </a:lnTo>
                <a:lnTo>
                  <a:pt x="1003579" y="563791"/>
                </a:lnTo>
                <a:lnTo>
                  <a:pt x="1006208" y="563791"/>
                </a:lnTo>
                <a:lnTo>
                  <a:pt x="1007325" y="563321"/>
                </a:lnTo>
                <a:lnTo>
                  <a:pt x="1009192" y="561467"/>
                </a:lnTo>
                <a:lnTo>
                  <a:pt x="1009650" y="560336"/>
                </a:lnTo>
                <a:lnTo>
                  <a:pt x="1009650" y="557707"/>
                </a:lnTo>
                <a:close/>
              </a:path>
              <a:path w="3914775" h="1672589">
                <a:moveTo>
                  <a:pt x="1009650" y="3441"/>
                </a:moveTo>
                <a:lnTo>
                  <a:pt x="1009192" y="2324"/>
                </a:lnTo>
                <a:lnTo>
                  <a:pt x="1007325" y="469"/>
                </a:lnTo>
                <a:lnTo>
                  <a:pt x="1006208" y="0"/>
                </a:lnTo>
                <a:lnTo>
                  <a:pt x="1003579" y="0"/>
                </a:lnTo>
                <a:lnTo>
                  <a:pt x="1002461" y="469"/>
                </a:lnTo>
                <a:lnTo>
                  <a:pt x="1000594" y="2324"/>
                </a:lnTo>
                <a:lnTo>
                  <a:pt x="1000125" y="3441"/>
                </a:lnTo>
                <a:lnTo>
                  <a:pt x="1000125" y="6070"/>
                </a:lnTo>
                <a:lnTo>
                  <a:pt x="1000594" y="7200"/>
                </a:lnTo>
                <a:lnTo>
                  <a:pt x="1002461" y="9055"/>
                </a:lnTo>
                <a:lnTo>
                  <a:pt x="1003579" y="9525"/>
                </a:lnTo>
                <a:lnTo>
                  <a:pt x="1006208" y="9525"/>
                </a:lnTo>
                <a:lnTo>
                  <a:pt x="1007325" y="9055"/>
                </a:lnTo>
                <a:lnTo>
                  <a:pt x="1009192" y="7200"/>
                </a:lnTo>
                <a:lnTo>
                  <a:pt x="1009650" y="6070"/>
                </a:lnTo>
                <a:lnTo>
                  <a:pt x="1009650" y="3441"/>
                </a:lnTo>
                <a:close/>
              </a:path>
              <a:path w="3914775" h="1672589">
                <a:moveTo>
                  <a:pt x="1057275" y="1666240"/>
                </a:moveTo>
                <a:lnTo>
                  <a:pt x="1056817" y="1665122"/>
                </a:lnTo>
                <a:lnTo>
                  <a:pt x="1054950" y="1663255"/>
                </a:lnTo>
                <a:lnTo>
                  <a:pt x="1053833" y="1662785"/>
                </a:lnTo>
                <a:lnTo>
                  <a:pt x="1051204" y="1662785"/>
                </a:lnTo>
                <a:lnTo>
                  <a:pt x="1050086" y="1663255"/>
                </a:lnTo>
                <a:lnTo>
                  <a:pt x="1048219" y="1665122"/>
                </a:lnTo>
                <a:lnTo>
                  <a:pt x="1047750" y="1666240"/>
                </a:lnTo>
                <a:lnTo>
                  <a:pt x="1047750" y="1668868"/>
                </a:lnTo>
                <a:lnTo>
                  <a:pt x="1048219" y="1669986"/>
                </a:lnTo>
                <a:lnTo>
                  <a:pt x="1050086" y="1671853"/>
                </a:lnTo>
                <a:lnTo>
                  <a:pt x="1051204" y="1672310"/>
                </a:lnTo>
                <a:lnTo>
                  <a:pt x="1053833" y="1672310"/>
                </a:lnTo>
                <a:lnTo>
                  <a:pt x="1054950" y="1671853"/>
                </a:lnTo>
                <a:lnTo>
                  <a:pt x="1056817" y="1669986"/>
                </a:lnTo>
                <a:lnTo>
                  <a:pt x="1057275" y="1668868"/>
                </a:lnTo>
                <a:lnTo>
                  <a:pt x="1057275" y="1666240"/>
                </a:lnTo>
                <a:close/>
              </a:path>
              <a:path w="3914775" h="1672589">
                <a:moveTo>
                  <a:pt x="1057275" y="1111973"/>
                </a:moveTo>
                <a:lnTo>
                  <a:pt x="1056817" y="1110856"/>
                </a:lnTo>
                <a:lnTo>
                  <a:pt x="1054950" y="1108989"/>
                </a:lnTo>
                <a:lnTo>
                  <a:pt x="1053833" y="1108532"/>
                </a:lnTo>
                <a:lnTo>
                  <a:pt x="1051204" y="1108532"/>
                </a:lnTo>
                <a:lnTo>
                  <a:pt x="1050086" y="1108989"/>
                </a:lnTo>
                <a:lnTo>
                  <a:pt x="1048219" y="1110856"/>
                </a:lnTo>
                <a:lnTo>
                  <a:pt x="1047750" y="1111973"/>
                </a:lnTo>
                <a:lnTo>
                  <a:pt x="1047750" y="1114602"/>
                </a:lnTo>
                <a:lnTo>
                  <a:pt x="1048219" y="1115733"/>
                </a:lnTo>
                <a:lnTo>
                  <a:pt x="1050086" y="1117587"/>
                </a:lnTo>
                <a:lnTo>
                  <a:pt x="1051204" y="1118057"/>
                </a:lnTo>
                <a:lnTo>
                  <a:pt x="1053833" y="1118057"/>
                </a:lnTo>
                <a:lnTo>
                  <a:pt x="1054950" y="1117587"/>
                </a:lnTo>
                <a:lnTo>
                  <a:pt x="1056817" y="1115733"/>
                </a:lnTo>
                <a:lnTo>
                  <a:pt x="1057275" y="1114602"/>
                </a:lnTo>
                <a:lnTo>
                  <a:pt x="1057275" y="1111973"/>
                </a:lnTo>
                <a:close/>
              </a:path>
              <a:path w="3914775" h="1672589">
                <a:moveTo>
                  <a:pt x="1057275" y="557707"/>
                </a:moveTo>
                <a:lnTo>
                  <a:pt x="1056817" y="556590"/>
                </a:lnTo>
                <a:lnTo>
                  <a:pt x="1054950" y="554723"/>
                </a:lnTo>
                <a:lnTo>
                  <a:pt x="1053833" y="554266"/>
                </a:lnTo>
                <a:lnTo>
                  <a:pt x="1051204" y="554266"/>
                </a:lnTo>
                <a:lnTo>
                  <a:pt x="1050086" y="554723"/>
                </a:lnTo>
                <a:lnTo>
                  <a:pt x="1048219" y="556590"/>
                </a:lnTo>
                <a:lnTo>
                  <a:pt x="1047750" y="557707"/>
                </a:lnTo>
                <a:lnTo>
                  <a:pt x="1047750" y="560336"/>
                </a:lnTo>
                <a:lnTo>
                  <a:pt x="1048219" y="561467"/>
                </a:lnTo>
                <a:lnTo>
                  <a:pt x="1050086" y="563321"/>
                </a:lnTo>
                <a:lnTo>
                  <a:pt x="1051204" y="563791"/>
                </a:lnTo>
                <a:lnTo>
                  <a:pt x="1053833" y="563791"/>
                </a:lnTo>
                <a:lnTo>
                  <a:pt x="1054950" y="563321"/>
                </a:lnTo>
                <a:lnTo>
                  <a:pt x="1056817" y="561467"/>
                </a:lnTo>
                <a:lnTo>
                  <a:pt x="1057275" y="560336"/>
                </a:lnTo>
                <a:lnTo>
                  <a:pt x="1057275" y="557707"/>
                </a:lnTo>
                <a:close/>
              </a:path>
              <a:path w="3914775" h="1672589">
                <a:moveTo>
                  <a:pt x="1057275" y="3441"/>
                </a:moveTo>
                <a:lnTo>
                  <a:pt x="1056817" y="2324"/>
                </a:lnTo>
                <a:lnTo>
                  <a:pt x="1054950" y="469"/>
                </a:lnTo>
                <a:lnTo>
                  <a:pt x="1053833" y="0"/>
                </a:lnTo>
                <a:lnTo>
                  <a:pt x="1051204" y="0"/>
                </a:lnTo>
                <a:lnTo>
                  <a:pt x="1050086" y="469"/>
                </a:lnTo>
                <a:lnTo>
                  <a:pt x="1048219" y="2324"/>
                </a:lnTo>
                <a:lnTo>
                  <a:pt x="1047750" y="3441"/>
                </a:lnTo>
                <a:lnTo>
                  <a:pt x="1047750" y="6070"/>
                </a:lnTo>
                <a:lnTo>
                  <a:pt x="1048219" y="7200"/>
                </a:lnTo>
                <a:lnTo>
                  <a:pt x="1050086" y="9055"/>
                </a:lnTo>
                <a:lnTo>
                  <a:pt x="1051204" y="9525"/>
                </a:lnTo>
                <a:lnTo>
                  <a:pt x="1053833" y="9525"/>
                </a:lnTo>
                <a:lnTo>
                  <a:pt x="1054950" y="9055"/>
                </a:lnTo>
                <a:lnTo>
                  <a:pt x="1056817" y="7200"/>
                </a:lnTo>
                <a:lnTo>
                  <a:pt x="1057275" y="6070"/>
                </a:lnTo>
                <a:lnTo>
                  <a:pt x="1057275" y="3441"/>
                </a:lnTo>
                <a:close/>
              </a:path>
              <a:path w="3914775" h="1672589">
                <a:moveTo>
                  <a:pt x="1104900" y="1666240"/>
                </a:moveTo>
                <a:lnTo>
                  <a:pt x="1104442" y="1665122"/>
                </a:lnTo>
                <a:lnTo>
                  <a:pt x="1102575" y="1663255"/>
                </a:lnTo>
                <a:lnTo>
                  <a:pt x="1101458" y="1662785"/>
                </a:lnTo>
                <a:lnTo>
                  <a:pt x="1098829" y="1662785"/>
                </a:lnTo>
                <a:lnTo>
                  <a:pt x="1097711" y="1663255"/>
                </a:lnTo>
                <a:lnTo>
                  <a:pt x="1095844" y="1665122"/>
                </a:lnTo>
                <a:lnTo>
                  <a:pt x="1095375" y="1666240"/>
                </a:lnTo>
                <a:lnTo>
                  <a:pt x="1095375" y="1668868"/>
                </a:lnTo>
                <a:lnTo>
                  <a:pt x="1095844" y="1669986"/>
                </a:lnTo>
                <a:lnTo>
                  <a:pt x="1097711" y="1671853"/>
                </a:lnTo>
                <a:lnTo>
                  <a:pt x="1098829" y="1672310"/>
                </a:lnTo>
                <a:lnTo>
                  <a:pt x="1101458" y="1672310"/>
                </a:lnTo>
                <a:lnTo>
                  <a:pt x="1102575" y="1671853"/>
                </a:lnTo>
                <a:lnTo>
                  <a:pt x="1104442" y="1669986"/>
                </a:lnTo>
                <a:lnTo>
                  <a:pt x="1104900" y="1668868"/>
                </a:lnTo>
                <a:lnTo>
                  <a:pt x="1104900" y="1666240"/>
                </a:lnTo>
                <a:close/>
              </a:path>
              <a:path w="3914775" h="1672589">
                <a:moveTo>
                  <a:pt x="1104900" y="1111973"/>
                </a:moveTo>
                <a:lnTo>
                  <a:pt x="1104442" y="1110856"/>
                </a:lnTo>
                <a:lnTo>
                  <a:pt x="1102575" y="1108989"/>
                </a:lnTo>
                <a:lnTo>
                  <a:pt x="1101458" y="1108532"/>
                </a:lnTo>
                <a:lnTo>
                  <a:pt x="1098829" y="1108532"/>
                </a:lnTo>
                <a:lnTo>
                  <a:pt x="1097711" y="1108989"/>
                </a:lnTo>
                <a:lnTo>
                  <a:pt x="1095844" y="1110856"/>
                </a:lnTo>
                <a:lnTo>
                  <a:pt x="1095375" y="1111973"/>
                </a:lnTo>
                <a:lnTo>
                  <a:pt x="1095375" y="1114602"/>
                </a:lnTo>
                <a:lnTo>
                  <a:pt x="1095844" y="1115733"/>
                </a:lnTo>
                <a:lnTo>
                  <a:pt x="1097711" y="1117587"/>
                </a:lnTo>
                <a:lnTo>
                  <a:pt x="1098829" y="1118057"/>
                </a:lnTo>
                <a:lnTo>
                  <a:pt x="1101458" y="1118057"/>
                </a:lnTo>
                <a:lnTo>
                  <a:pt x="1102575" y="1117587"/>
                </a:lnTo>
                <a:lnTo>
                  <a:pt x="1104442" y="1115733"/>
                </a:lnTo>
                <a:lnTo>
                  <a:pt x="1104900" y="1114602"/>
                </a:lnTo>
                <a:lnTo>
                  <a:pt x="1104900" y="1111973"/>
                </a:lnTo>
                <a:close/>
              </a:path>
              <a:path w="3914775" h="1672589">
                <a:moveTo>
                  <a:pt x="1104900" y="557707"/>
                </a:moveTo>
                <a:lnTo>
                  <a:pt x="1104442" y="556590"/>
                </a:lnTo>
                <a:lnTo>
                  <a:pt x="1102575" y="554723"/>
                </a:lnTo>
                <a:lnTo>
                  <a:pt x="1101458" y="554266"/>
                </a:lnTo>
                <a:lnTo>
                  <a:pt x="1098829" y="554266"/>
                </a:lnTo>
                <a:lnTo>
                  <a:pt x="1097711" y="554723"/>
                </a:lnTo>
                <a:lnTo>
                  <a:pt x="1095844" y="556590"/>
                </a:lnTo>
                <a:lnTo>
                  <a:pt x="1095375" y="557707"/>
                </a:lnTo>
                <a:lnTo>
                  <a:pt x="1095375" y="560336"/>
                </a:lnTo>
                <a:lnTo>
                  <a:pt x="1095844" y="561467"/>
                </a:lnTo>
                <a:lnTo>
                  <a:pt x="1097711" y="563321"/>
                </a:lnTo>
                <a:lnTo>
                  <a:pt x="1098829" y="563791"/>
                </a:lnTo>
                <a:lnTo>
                  <a:pt x="1101458" y="563791"/>
                </a:lnTo>
                <a:lnTo>
                  <a:pt x="1102575" y="563321"/>
                </a:lnTo>
                <a:lnTo>
                  <a:pt x="1104442" y="561467"/>
                </a:lnTo>
                <a:lnTo>
                  <a:pt x="1104900" y="560336"/>
                </a:lnTo>
                <a:lnTo>
                  <a:pt x="1104900" y="557707"/>
                </a:lnTo>
                <a:close/>
              </a:path>
              <a:path w="3914775" h="1672589">
                <a:moveTo>
                  <a:pt x="1104900" y="3441"/>
                </a:moveTo>
                <a:lnTo>
                  <a:pt x="1104442" y="2324"/>
                </a:lnTo>
                <a:lnTo>
                  <a:pt x="1102575" y="469"/>
                </a:lnTo>
                <a:lnTo>
                  <a:pt x="1101458" y="0"/>
                </a:lnTo>
                <a:lnTo>
                  <a:pt x="1098829" y="0"/>
                </a:lnTo>
                <a:lnTo>
                  <a:pt x="1097711" y="469"/>
                </a:lnTo>
                <a:lnTo>
                  <a:pt x="1095844" y="2324"/>
                </a:lnTo>
                <a:lnTo>
                  <a:pt x="1095375" y="3441"/>
                </a:lnTo>
                <a:lnTo>
                  <a:pt x="1095375" y="6070"/>
                </a:lnTo>
                <a:lnTo>
                  <a:pt x="1095844" y="7200"/>
                </a:lnTo>
                <a:lnTo>
                  <a:pt x="1097711" y="9055"/>
                </a:lnTo>
                <a:lnTo>
                  <a:pt x="1098829" y="9525"/>
                </a:lnTo>
                <a:lnTo>
                  <a:pt x="1101458" y="9525"/>
                </a:lnTo>
                <a:lnTo>
                  <a:pt x="1102575" y="9055"/>
                </a:lnTo>
                <a:lnTo>
                  <a:pt x="1104442" y="7200"/>
                </a:lnTo>
                <a:lnTo>
                  <a:pt x="1104900" y="6070"/>
                </a:lnTo>
                <a:lnTo>
                  <a:pt x="1104900" y="3441"/>
                </a:lnTo>
                <a:close/>
              </a:path>
              <a:path w="3914775" h="1672589">
                <a:moveTo>
                  <a:pt x="1152525" y="1666240"/>
                </a:moveTo>
                <a:lnTo>
                  <a:pt x="1152067" y="1665122"/>
                </a:lnTo>
                <a:lnTo>
                  <a:pt x="1150200" y="1663255"/>
                </a:lnTo>
                <a:lnTo>
                  <a:pt x="1149083" y="1662785"/>
                </a:lnTo>
                <a:lnTo>
                  <a:pt x="1146454" y="1662785"/>
                </a:lnTo>
                <a:lnTo>
                  <a:pt x="1145336" y="1663255"/>
                </a:lnTo>
                <a:lnTo>
                  <a:pt x="1143469" y="1665122"/>
                </a:lnTo>
                <a:lnTo>
                  <a:pt x="1143000" y="1666240"/>
                </a:lnTo>
                <a:lnTo>
                  <a:pt x="1143000" y="1668868"/>
                </a:lnTo>
                <a:lnTo>
                  <a:pt x="1143469" y="1669986"/>
                </a:lnTo>
                <a:lnTo>
                  <a:pt x="1145336" y="1671853"/>
                </a:lnTo>
                <a:lnTo>
                  <a:pt x="1146454" y="1672310"/>
                </a:lnTo>
                <a:lnTo>
                  <a:pt x="1149083" y="1672310"/>
                </a:lnTo>
                <a:lnTo>
                  <a:pt x="1150200" y="1671853"/>
                </a:lnTo>
                <a:lnTo>
                  <a:pt x="1152067" y="1669986"/>
                </a:lnTo>
                <a:lnTo>
                  <a:pt x="1152525" y="1668868"/>
                </a:lnTo>
                <a:lnTo>
                  <a:pt x="1152525" y="1666240"/>
                </a:lnTo>
                <a:close/>
              </a:path>
              <a:path w="3914775" h="1672589">
                <a:moveTo>
                  <a:pt x="1152525" y="1111973"/>
                </a:moveTo>
                <a:lnTo>
                  <a:pt x="1152067" y="1110856"/>
                </a:lnTo>
                <a:lnTo>
                  <a:pt x="1150200" y="1108989"/>
                </a:lnTo>
                <a:lnTo>
                  <a:pt x="1149083" y="1108532"/>
                </a:lnTo>
                <a:lnTo>
                  <a:pt x="1146454" y="1108532"/>
                </a:lnTo>
                <a:lnTo>
                  <a:pt x="1145336" y="1108989"/>
                </a:lnTo>
                <a:lnTo>
                  <a:pt x="1143469" y="1110856"/>
                </a:lnTo>
                <a:lnTo>
                  <a:pt x="1143000" y="1111973"/>
                </a:lnTo>
                <a:lnTo>
                  <a:pt x="1143000" y="1114602"/>
                </a:lnTo>
                <a:lnTo>
                  <a:pt x="1143469" y="1115733"/>
                </a:lnTo>
                <a:lnTo>
                  <a:pt x="1145336" y="1117587"/>
                </a:lnTo>
                <a:lnTo>
                  <a:pt x="1146454" y="1118057"/>
                </a:lnTo>
                <a:lnTo>
                  <a:pt x="1149083" y="1118057"/>
                </a:lnTo>
                <a:lnTo>
                  <a:pt x="1150200" y="1117587"/>
                </a:lnTo>
                <a:lnTo>
                  <a:pt x="1152067" y="1115733"/>
                </a:lnTo>
                <a:lnTo>
                  <a:pt x="1152525" y="1114602"/>
                </a:lnTo>
                <a:lnTo>
                  <a:pt x="1152525" y="1111973"/>
                </a:lnTo>
                <a:close/>
              </a:path>
              <a:path w="3914775" h="1672589">
                <a:moveTo>
                  <a:pt x="1152525" y="557707"/>
                </a:moveTo>
                <a:lnTo>
                  <a:pt x="1152067" y="556590"/>
                </a:lnTo>
                <a:lnTo>
                  <a:pt x="1150200" y="554723"/>
                </a:lnTo>
                <a:lnTo>
                  <a:pt x="1149083" y="554266"/>
                </a:lnTo>
                <a:lnTo>
                  <a:pt x="1146454" y="554266"/>
                </a:lnTo>
                <a:lnTo>
                  <a:pt x="1145336" y="554723"/>
                </a:lnTo>
                <a:lnTo>
                  <a:pt x="1143469" y="556590"/>
                </a:lnTo>
                <a:lnTo>
                  <a:pt x="1143000" y="557707"/>
                </a:lnTo>
                <a:lnTo>
                  <a:pt x="1143000" y="560336"/>
                </a:lnTo>
                <a:lnTo>
                  <a:pt x="1143469" y="561467"/>
                </a:lnTo>
                <a:lnTo>
                  <a:pt x="1145336" y="563321"/>
                </a:lnTo>
                <a:lnTo>
                  <a:pt x="1146454" y="563791"/>
                </a:lnTo>
                <a:lnTo>
                  <a:pt x="1149083" y="563791"/>
                </a:lnTo>
                <a:lnTo>
                  <a:pt x="1150200" y="563321"/>
                </a:lnTo>
                <a:lnTo>
                  <a:pt x="1152067" y="561467"/>
                </a:lnTo>
                <a:lnTo>
                  <a:pt x="1152525" y="560336"/>
                </a:lnTo>
                <a:lnTo>
                  <a:pt x="1152525" y="557707"/>
                </a:lnTo>
                <a:close/>
              </a:path>
              <a:path w="3914775" h="1672589">
                <a:moveTo>
                  <a:pt x="1152525" y="3441"/>
                </a:moveTo>
                <a:lnTo>
                  <a:pt x="1152067" y="2324"/>
                </a:lnTo>
                <a:lnTo>
                  <a:pt x="1150200" y="469"/>
                </a:lnTo>
                <a:lnTo>
                  <a:pt x="1149083" y="0"/>
                </a:lnTo>
                <a:lnTo>
                  <a:pt x="1146454" y="0"/>
                </a:lnTo>
                <a:lnTo>
                  <a:pt x="1145336" y="469"/>
                </a:lnTo>
                <a:lnTo>
                  <a:pt x="1143469" y="2324"/>
                </a:lnTo>
                <a:lnTo>
                  <a:pt x="1143000" y="3441"/>
                </a:lnTo>
                <a:lnTo>
                  <a:pt x="1143000" y="6070"/>
                </a:lnTo>
                <a:lnTo>
                  <a:pt x="1143469" y="7200"/>
                </a:lnTo>
                <a:lnTo>
                  <a:pt x="1145336" y="9055"/>
                </a:lnTo>
                <a:lnTo>
                  <a:pt x="1146454" y="9525"/>
                </a:lnTo>
                <a:lnTo>
                  <a:pt x="1149083" y="9525"/>
                </a:lnTo>
                <a:lnTo>
                  <a:pt x="1150200" y="9055"/>
                </a:lnTo>
                <a:lnTo>
                  <a:pt x="1152067" y="7200"/>
                </a:lnTo>
                <a:lnTo>
                  <a:pt x="1152525" y="6070"/>
                </a:lnTo>
                <a:lnTo>
                  <a:pt x="1152525" y="3441"/>
                </a:lnTo>
                <a:close/>
              </a:path>
              <a:path w="3914775" h="1672589">
                <a:moveTo>
                  <a:pt x="1200150" y="1666240"/>
                </a:moveTo>
                <a:lnTo>
                  <a:pt x="1199692" y="1665122"/>
                </a:lnTo>
                <a:lnTo>
                  <a:pt x="1197825" y="1663255"/>
                </a:lnTo>
                <a:lnTo>
                  <a:pt x="1196708" y="1662785"/>
                </a:lnTo>
                <a:lnTo>
                  <a:pt x="1194079" y="1662785"/>
                </a:lnTo>
                <a:lnTo>
                  <a:pt x="1192961" y="1663255"/>
                </a:lnTo>
                <a:lnTo>
                  <a:pt x="1191094" y="1665122"/>
                </a:lnTo>
                <a:lnTo>
                  <a:pt x="1190625" y="1666240"/>
                </a:lnTo>
                <a:lnTo>
                  <a:pt x="1190625" y="1668868"/>
                </a:lnTo>
                <a:lnTo>
                  <a:pt x="1191094" y="1669986"/>
                </a:lnTo>
                <a:lnTo>
                  <a:pt x="1192961" y="1671853"/>
                </a:lnTo>
                <a:lnTo>
                  <a:pt x="1194079" y="1672310"/>
                </a:lnTo>
                <a:lnTo>
                  <a:pt x="1196708" y="1672310"/>
                </a:lnTo>
                <a:lnTo>
                  <a:pt x="1197825" y="1671853"/>
                </a:lnTo>
                <a:lnTo>
                  <a:pt x="1199692" y="1669986"/>
                </a:lnTo>
                <a:lnTo>
                  <a:pt x="1200150" y="1668868"/>
                </a:lnTo>
                <a:lnTo>
                  <a:pt x="1200150" y="1666240"/>
                </a:lnTo>
                <a:close/>
              </a:path>
              <a:path w="3914775" h="1672589">
                <a:moveTo>
                  <a:pt x="1200150" y="1111973"/>
                </a:moveTo>
                <a:lnTo>
                  <a:pt x="1199692" y="1110856"/>
                </a:lnTo>
                <a:lnTo>
                  <a:pt x="1197825" y="1108989"/>
                </a:lnTo>
                <a:lnTo>
                  <a:pt x="1196708" y="1108532"/>
                </a:lnTo>
                <a:lnTo>
                  <a:pt x="1194079" y="1108532"/>
                </a:lnTo>
                <a:lnTo>
                  <a:pt x="1192961" y="1108989"/>
                </a:lnTo>
                <a:lnTo>
                  <a:pt x="1191094" y="1110856"/>
                </a:lnTo>
                <a:lnTo>
                  <a:pt x="1190625" y="1111973"/>
                </a:lnTo>
                <a:lnTo>
                  <a:pt x="1190625" y="1114602"/>
                </a:lnTo>
                <a:lnTo>
                  <a:pt x="1191094" y="1115733"/>
                </a:lnTo>
                <a:lnTo>
                  <a:pt x="1192961" y="1117587"/>
                </a:lnTo>
                <a:lnTo>
                  <a:pt x="1194079" y="1118057"/>
                </a:lnTo>
                <a:lnTo>
                  <a:pt x="1196708" y="1118057"/>
                </a:lnTo>
                <a:lnTo>
                  <a:pt x="1197825" y="1117587"/>
                </a:lnTo>
                <a:lnTo>
                  <a:pt x="1199692" y="1115733"/>
                </a:lnTo>
                <a:lnTo>
                  <a:pt x="1200150" y="1114602"/>
                </a:lnTo>
                <a:lnTo>
                  <a:pt x="1200150" y="1111973"/>
                </a:lnTo>
                <a:close/>
              </a:path>
              <a:path w="3914775" h="1672589">
                <a:moveTo>
                  <a:pt x="1200150" y="557707"/>
                </a:moveTo>
                <a:lnTo>
                  <a:pt x="1199692" y="556590"/>
                </a:lnTo>
                <a:lnTo>
                  <a:pt x="1197825" y="554723"/>
                </a:lnTo>
                <a:lnTo>
                  <a:pt x="1196708" y="554266"/>
                </a:lnTo>
                <a:lnTo>
                  <a:pt x="1194079" y="554266"/>
                </a:lnTo>
                <a:lnTo>
                  <a:pt x="1192961" y="554723"/>
                </a:lnTo>
                <a:lnTo>
                  <a:pt x="1191094" y="556590"/>
                </a:lnTo>
                <a:lnTo>
                  <a:pt x="1190625" y="557707"/>
                </a:lnTo>
                <a:lnTo>
                  <a:pt x="1190625" y="560336"/>
                </a:lnTo>
                <a:lnTo>
                  <a:pt x="1191094" y="561467"/>
                </a:lnTo>
                <a:lnTo>
                  <a:pt x="1192961" y="563321"/>
                </a:lnTo>
                <a:lnTo>
                  <a:pt x="1194079" y="563791"/>
                </a:lnTo>
                <a:lnTo>
                  <a:pt x="1196708" y="563791"/>
                </a:lnTo>
                <a:lnTo>
                  <a:pt x="1197825" y="563321"/>
                </a:lnTo>
                <a:lnTo>
                  <a:pt x="1199692" y="561467"/>
                </a:lnTo>
                <a:lnTo>
                  <a:pt x="1200150" y="560336"/>
                </a:lnTo>
                <a:lnTo>
                  <a:pt x="1200150" y="557707"/>
                </a:lnTo>
                <a:close/>
              </a:path>
              <a:path w="3914775" h="1672589">
                <a:moveTo>
                  <a:pt x="1200150" y="3441"/>
                </a:moveTo>
                <a:lnTo>
                  <a:pt x="1199692" y="2324"/>
                </a:lnTo>
                <a:lnTo>
                  <a:pt x="1197825" y="469"/>
                </a:lnTo>
                <a:lnTo>
                  <a:pt x="1196708" y="0"/>
                </a:lnTo>
                <a:lnTo>
                  <a:pt x="1194079" y="0"/>
                </a:lnTo>
                <a:lnTo>
                  <a:pt x="1192961" y="469"/>
                </a:lnTo>
                <a:lnTo>
                  <a:pt x="1191094" y="2324"/>
                </a:lnTo>
                <a:lnTo>
                  <a:pt x="1190625" y="3441"/>
                </a:lnTo>
                <a:lnTo>
                  <a:pt x="1190625" y="6070"/>
                </a:lnTo>
                <a:lnTo>
                  <a:pt x="1191094" y="7200"/>
                </a:lnTo>
                <a:lnTo>
                  <a:pt x="1192961" y="9055"/>
                </a:lnTo>
                <a:lnTo>
                  <a:pt x="1194079" y="9525"/>
                </a:lnTo>
                <a:lnTo>
                  <a:pt x="1196708" y="9525"/>
                </a:lnTo>
                <a:lnTo>
                  <a:pt x="1197825" y="9055"/>
                </a:lnTo>
                <a:lnTo>
                  <a:pt x="1199692" y="7200"/>
                </a:lnTo>
                <a:lnTo>
                  <a:pt x="1200150" y="6070"/>
                </a:lnTo>
                <a:lnTo>
                  <a:pt x="1200150" y="3441"/>
                </a:lnTo>
                <a:close/>
              </a:path>
              <a:path w="3914775" h="1672589">
                <a:moveTo>
                  <a:pt x="1247775" y="1666240"/>
                </a:moveTo>
                <a:lnTo>
                  <a:pt x="1247317" y="1665122"/>
                </a:lnTo>
                <a:lnTo>
                  <a:pt x="1245450" y="1663255"/>
                </a:lnTo>
                <a:lnTo>
                  <a:pt x="1244333" y="1662785"/>
                </a:lnTo>
                <a:lnTo>
                  <a:pt x="1241704" y="1662785"/>
                </a:lnTo>
                <a:lnTo>
                  <a:pt x="1240586" y="1663255"/>
                </a:lnTo>
                <a:lnTo>
                  <a:pt x="1238719" y="1665122"/>
                </a:lnTo>
                <a:lnTo>
                  <a:pt x="1238250" y="1666240"/>
                </a:lnTo>
                <a:lnTo>
                  <a:pt x="1238250" y="1668868"/>
                </a:lnTo>
                <a:lnTo>
                  <a:pt x="1238719" y="1669986"/>
                </a:lnTo>
                <a:lnTo>
                  <a:pt x="1240586" y="1671853"/>
                </a:lnTo>
                <a:lnTo>
                  <a:pt x="1241704" y="1672310"/>
                </a:lnTo>
                <a:lnTo>
                  <a:pt x="1244333" y="1672310"/>
                </a:lnTo>
                <a:lnTo>
                  <a:pt x="1245450" y="1671853"/>
                </a:lnTo>
                <a:lnTo>
                  <a:pt x="1247317" y="1669986"/>
                </a:lnTo>
                <a:lnTo>
                  <a:pt x="1247775" y="1668868"/>
                </a:lnTo>
                <a:lnTo>
                  <a:pt x="1247775" y="1666240"/>
                </a:lnTo>
                <a:close/>
              </a:path>
              <a:path w="3914775" h="1672589">
                <a:moveTo>
                  <a:pt x="1247775" y="1111973"/>
                </a:moveTo>
                <a:lnTo>
                  <a:pt x="1247317" y="1110856"/>
                </a:lnTo>
                <a:lnTo>
                  <a:pt x="1245450" y="1108989"/>
                </a:lnTo>
                <a:lnTo>
                  <a:pt x="1244333" y="1108532"/>
                </a:lnTo>
                <a:lnTo>
                  <a:pt x="1241704" y="1108532"/>
                </a:lnTo>
                <a:lnTo>
                  <a:pt x="1240586" y="1108989"/>
                </a:lnTo>
                <a:lnTo>
                  <a:pt x="1238719" y="1110856"/>
                </a:lnTo>
                <a:lnTo>
                  <a:pt x="1238250" y="1111973"/>
                </a:lnTo>
                <a:lnTo>
                  <a:pt x="1238250" y="1114602"/>
                </a:lnTo>
                <a:lnTo>
                  <a:pt x="1238719" y="1115733"/>
                </a:lnTo>
                <a:lnTo>
                  <a:pt x="1240586" y="1117587"/>
                </a:lnTo>
                <a:lnTo>
                  <a:pt x="1241704" y="1118057"/>
                </a:lnTo>
                <a:lnTo>
                  <a:pt x="1244333" y="1118057"/>
                </a:lnTo>
                <a:lnTo>
                  <a:pt x="1245450" y="1117587"/>
                </a:lnTo>
                <a:lnTo>
                  <a:pt x="1247317" y="1115733"/>
                </a:lnTo>
                <a:lnTo>
                  <a:pt x="1247775" y="1114602"/>
                </a:lnTo>
                <a:lnTo>
                  <a:pt x="1247775" y="1111973"/>
                </a:lnTo>
                <a:close/>
              </a:path>
              <a:path w="3914775" h="1672589">
                <a:moveTo>
                  <a:pt x="1247775" y="557707"/>
                </a:moveTo>
                <a:lnTo>
                  <a:pt x="1247317" y="556590"/>
                </a:lnTo>
                <a:lnTo>
                  <a:pt x="1245450" y="554723"/>
                </a:lnTo>
                <a:lnTo>
                  <a:pt x="1244333" y="554266"/>
                </a:lnTo>
                <a:lnTo>
                  <a:pt x="1241704" y="554266"/>
                </a:lnTo>
                <a:lnTo>
                  <a:pt x="1240586" y="554723"/>
                </a:lnTo>
                <a:lnTo>
                  <a:pt x="1238719" y="556590"/>
                </a:lnTo>
                <a:lnTo>
                  <a:pt x="1238250" y="557707"/>
                </a:lnTo>
                <a:lnTo>
                  <a:pt x="1238250" y="560336"/>
                </a:lnTo>
                <a:lnTo>
                  <a:pt x="1238719" y="561467"/>
                </a:lnTo>
                <a:lnTo>
                  <a:pt x="1240586" y="563321"/>
                </a:lnTo>
                <a:lnTo>
                  <a:pt x="1241704" y="563791"/>
                </a:lnTo>
                <a:lnTo>
                  <a:pt x="1244333" y="563791"/>
                </a:lnTo>
                <a:lnTo>
                  <a:pt x="1245450" y="563321"/>
                </a:lnTo>
                <a:lnTo>
                  <a:pt x="1247317" y="561467"/>
                </a:lnTo>
                <a:lnTo>
                  <a:pt x="1247775" y="560336"/>
                </a:lnTo>
                <a:lnTo>
                  <a:pt x="1247775" y="557707"/>
                </a:lnTo>
                <a:close/>
              </a:path>
              <a:path w="3914775" h="1672589">
                <a:moveTo>
                  <a:pt x="1247775" y="3441"/>
                </a:moveTo>
                <a:lnTo>
                  <a:pt x="1247317" y="2324"/>
                </a:lnTo>
                <a:lnTo>
                  <a:pt x="1245450" y="469"/>
                </a:lnTo>
                <a:lnTo>
                  <a:pt x="1244333" y="0"/>
                </a:lnTo>
                <a:lnTo>
                  <a:pt x="1241704" y="0"/>
                </a:lnTo>
                <a:lnTo>
                  <a:pt x="1240586" y="469"/>
                </a:lnTo>
                <a:lnTo>
                  <a:pt x="1238719" y="2324"/>
                </a:lnTo>
                <a:lnTo>
                  <a:pt x="1238250" y="3441"/>
                </a:lnTo>
                <a:lnTo>
                  <a:pt x="1238250" y="6070"/>
                </a:lnTo>
                <a:lnTo>
                  <a:pt x="1238719" y="7200"/>
                </a:lnTo>
                <a:lnTo>
                  <a:pt x="1240586" y="9055"/>
                </a:lnTo>
                <a:lnTo>
                  <a:pt x="1241704" y="9525"/>
                </a:lnTo>
                <a:lnTo>
                  <a:pt x="1244333" y="9525"/>
                </a:lnTo>
                <a:lnTo>
                  <a:pt x="1245450" y="9055"/>
                </a:lnTo>
                <a:lnTo>
                  <a:pt x="1247317" y="7200"/>
                </a:lnTo>
                <a:lnTo>
                  <a:pt x="1247775" y="6070"/>
                </a:lnTo>
                <a:lnTo>
                  <a:pt x="1247775" y="3441"/>
                </a:lnTo>
                <a:close/>
              </a:path>
              <a:path w="3914775" h="1672589">
                <a:moveTo>
                  <a:pt x="1295400" y="1666240"/>
                </a:moveTo>
                <a:lnTo>
                  <a:pt x="1294942" y="1665122"/>
                </a:lnTo>
                <a:lnTo>
                  <a:pt x="1293075" y="1663255"/>
                </a:lnTo>
                <a:lnTo>
                  <a:pt x="1291958" y="1662785"/>
                </a:lnTo>
                <a:lnTo>
                  <a:pt x="1289329" y="1662785"/>
                </a:lnTo>
                <a:lnTo>
                  <a:pt x="1288211" y="1663255"/>
                </a:lnTo>
                <a:lnTo>
                  <a:pt x="1286344" y="1665122"/>
                </a:lnTo>
                <a:lnTo>
                  <a:pt x="1285875" y="1666240"/>
                </a:lnTo>
                <a:lnTo>
                  <a:pt x="1285875" y="1668868"/>
                </a:lnTo>
                <a:lnTo>
                  <a:pt x="1286344" y="1669986"/>
                </a:lnTo>
                <a:lnTo>
                  <a:pt x="1288211" y="1671853"/>
                </a:lnTo>
                <a:lnTo>
                  <a:pt x="1289329" y="1672310"/>
                </a:lnTo>
                <a:lnTo>
                  <a:pt x="1291958" y="1672310"/>
                </a:lnTo>
                <a:lnTo>
                  <a:pt x="1293075" y="1671853"/>
                </a:lnTo>
                <a:lnTo>
                  <a:pt x="1294942" y="1669986"/>
                </a:lnTo>
                <a:lnTo>
                  <a:pt x="1295400" y="1668868"/>
                </a:lnTo>
                <a:lnTo>
                  <a:pt x="1295400" y="1666240"/>
                </a:lnTo>
                <a:close/>
              </a:path>
              <a:path w="3914775" h="1672589">
                <a:moveTo>
                  <a:pt x="1295400" y="1111973"/>
                </a:moveTo>
                <a:lnTo>
                  <a:pt x="1294942" y="1110856"/>
                </a:lnTo>
                <a:lnTo>
                  <a:pt x="1293075" y="1108989"/>
                </a:lnTo>
                <a:lnTo>
                  <a:pt x="1291958" y="1108532"/>
                </a:lnTo>
                <a:lnTo>
                  <a:pt x="1289329" y="1108532"/>
                </a:lnTo>
                <a:lnTo>
                  <a:pt x="1288211" y="1108989"/>
                </a:lnTo>
                <a:lnTo>
                  <a:pt x="1286344" y="1110856"/>
                </a:lnTo>
                <a:lnTo>
                  <a:pt x="1285875" y="1111973"/>
                </a:lnTo>
                <a:lnTo>
                  <a:pt x="1285875" y="1114602"/>
                </a:lnTo>
                <a:lnTo>
                  <a:pt x="1286344" y="1115733"/>
                </a:lnTo>
                <a:lnTo>
                  <a:pt x="1288211" y="1117587"/>
                </a:lnTo>
                <a:lnTo>
                  <a:pt x="1289329" y="1118057"/>
                </a:lnTo>
                <a:lnTo>
                  <a:pt x="1291958" y="1118057"/>
                </a:lnTo>
                <a:lnTo>
                  <a:pt x="1293075" y="1117587"/>
                </a:lnTo>
                <a:lnTo>
                  <a:pt x="1294942" y="1115733"/>
                </a:lnTo>
                <a:lnTo>
                  <a:pt x="1295400" y="1114602"/>
                </a:lnTo>
                <a:lnTo>
                  <a:pt x="1295400" y="1111973"/>
                </a:lnTo>
                <a:close/>
              </a:path>
              <a:path w="3914775" h="1672589">
                <a:moveTo>
                  <a:pt x="1295400" y="557707"/>
                </a:moveTo>
                <a:lnTo>
                  <a:pt x="1294942" y="556590"/>
                </a:lnTo>
                <a:lnTo>
                  <a:pt x="1293075" y="554723"/>
                </a:lnTo>
                <a:lnTo>
                  <a:pt x="1291958" y="554266"/>
                </a:lnTo>
                <a:lnTo>
                  <a:pt x="1289329" y="554266"/>
                </a:lnTo>
                <a:lnTo>
                  <a:pt x="1288211" y="554723"/>
                </a:lnTo>
                <a:lnTo>
                  <a:pt x="1286344" y="556590"/>
                </a:lnTo>
                <a:lnTo>
                  <a:pt x="1285875" y="557707"/>
                </a:lnTo>
                <a:lnTo>
                  <a:pt x="1285875" y="560336"/>
                </a:lnTo>
                <a:lnTo>
                  <a:pt x="1286344" y="561467"/>
                </a:lnTo>
                <a:lnTo>
                  <a:pt x="1288211" y="563321"/>
                </a:lnTo>
                <a:lnTo>
                  <a:pt x="1289329" y="563791"/>
                </a:lnTo>
                <a:lnTo>
                  <a:pt x="1291958" y="563791"/>
                </a:lnTo>
                <a:lnTo>
                  <a:pt x="1293075" y="563321"/>
                </a:lnTo>
                <a:lnTo>
                  <a:pt x="1294942" y="561467"/>
                </a:lnTo>
                <a:lnTo>
                  <a:pt x="1295400" y="560336"/>
                </a:lnTo>
                <a:lnTo>
                  <a:pt x="1295400" y="557707"/>
                </a:lnTo>
                <a:close/>
              </a:path>
              <a:path w="3914775" h="1672589">
                <a:moveTo>
                  <a:pt x="1295400" y="3441"/>
                </a:moveTo>
                <a:lnTo>
                  <a:pt x="1294942" y="2324"/>
                </a:lnTo>
                <a:lnTo>
                  <a:pt x="1293075" y="469"/>
                </a:lnTo>
                <a:lnTo>
                  <a:pt x="1291958" y="0"/>
                </a:lnTo>
                <a:lnTo>
                  <a:pt x="1289329" y="0"/>
                </a:lnTo>
                <a:lnTo>
                  <a:pt x="1288211" y="469"/>
                </a:lnTo>
                <a:lnTo>
                  <a:pt x="1286344" y="2324"/>
                </a:lnTo>
                <a:lnTo>
                  <a:pt x="1285875" y="3441"/>
                </a:lnTo>
                <a:lnTo>
                  <a:pt x="1285875" y="6070"/>
                </a:lnTo>
                <a:lnTo>
                  <a:pt x="1286344" y="7200"/>
                </a:lnTo>
                <a:lnTo>
                  <a:pt x="1288211" y="9055"/>
                </a:lnTo>
                <a:lnTo>
                  <a:pt x="1289329" y="9525"/>
                </a:lnTo>
                <a:lnTo>
                  <a:pt x="1291958" y="9525"/>
                </a:lnTo>
                <a:lnTo>
                  <a:pt x="1293075" y="9055"/>
                </a:lnTo>
                <a:lnTo>
                  <a:pt x="1294942" y="7200"/>
                </a:lnTo>
                <a:lnTo>
                  <a:pt x="1295400" y="6070"/>
                </a:lnTo>
                <a:lnTo>
                  <a:pt x="1295400" y="3441"/>
                </a:lnTo>
                <a:close/>
              </a:path>
              <a:path w="3914775" h="1672589">
                <a:moveTo>
                  <a:pt x="1343025" y="1666240"/>
                </a:moveTo>
                <a:lnTo>
                  <a:pt x="1342567" y="1665122"/>
                </a:lnTo>
                <a:lnTo>
                  <a:pt x="1340700" y="1663255"/>
                </a:lnTo>
                <a:lnTo>
                  <a:pt x="1339583" y="1662785"/>
                </a:lnTo>
                <a:lnTo>
                  <a:pt x="1336954" y="1662785"/>
                </a:lnTo>
                <a:lnTo>
                  <a:pt x="1335836" y="1663255"/>
                </a:lnTo>
                <a:lnTo>
                  <a:pt x="1333969" y="1665122"/>
                </a:lnTo>
                <a:lnTo>
                  <a:pt x="1333500" y="1666240"/>
                </a:lnTo>
                <a:lnTo>
                  <a:pt x="1333500" y="1668868"/>
                </a:lnTo>
                <a:lnTo>
                  <a:pt x="1333969" y="1669986"/>
                </a:lnTo>
                <a:lnTo>
                  <a:pt x="1335836" y="1671853"/>
                </a:lnTo>
                <a:lnTo>
                  <a:pt x="1336954" y="1672310"/>
                </a:lnTo>
                <a:lnTo>
                  <a:pt x="1339583" y="1672310"/>
                </a:lnTo>
                <a:lnTo>
                  <a:pt x="1340700" y="1671853"/>
                </a:lnTo>
                <a:lnTo>
                  <a:pt x="1342567" y="1669986"/>
                </a:lnTo>
                <a:lnTo>
                  <a:pt x="1343025" y="1668868"/>
                </a:lnTo>
                <a:lnTo>
                  <a:pt x="1343025" y="1666240"/>
                </a:lnTo>
                <a:close/>
              </a:path>
              <a:path w="3914775" h="1672589">
                <a:moveTo>
                  <a:pt x="1343025" y="1111973"/>
                </a:moveTo>
                <a:lnTo>
                  <a:pt x="1342567" y="1110856"/>
                </a:lnTo>
                <a:lnTo>
                  <a:pt x="1340700" y="1108989"/>
                </a:lnTo>
                <a:lnTo>
                  <a:pt x="1339583" y="1108532"/>
                </a:lnTo>
                <a:lnTo>
                  <a:pt x="1336954" y="1108532"/>
                </a:lnTo>
                <a:lnTo>
                  <a:pt x="1335836" y="1108989"/>
                </a:lnTo>
                <a:lnTo>
                  <a:pt x="1333969" y="1110856"/>
                </a:lnTo>
                <a:lnTo>
                  <a:pt x="1333500" y="1111973"/>
                </a:lnTo>
                <a:lnTo>
                  <a:pt x="1333500" y="1114602"/>
                </a:lnTo>
                <a:lnTo>
                  <a:pt x="1333969" y="1115733"/>
                </a:lnTo>
                <a:lnTo>
                  <a:pt x="1335836" y="1117587"/>
                </a:lnTo>
                <a:lnTo>
                  <a:pt x="1336954" y="1118057"/>
                </a:lnTo>
                <a:lnTo>
                  <a:pt x="1339583" y="1118057"/>
                </a:lnTo>
                <a:lnTo>
                  <a:pt x="1340700" y="1117587"/>
                </a:lnTo>
                <a:lnTo>
                  <a:pt x="1342567" y="1115733"/>
                </a:lnTo>
                <a:lnTo>
                  <a:pt x="1343025" y="1114602"/>
                </a:lnTo>
                <a:lnTo>
                  <a:pt x="1343025" y="1111973"/>
                </a:lnTo>
                <a:close/>
              </a:path>
              <a:path w="3914775" h="1672589">
                <a:moveTo>
                  <a:pt x="1343025" y="557707"/>
                </a:moveTo>
                <a:lnTo>
                  <a:pt x="1342567" y="556590"/>
                </a:lnTo>
                <a:lnTo>
                  <a:pt x="1340700" y="554723"/>
                </a:lnTo>
                <a:lnTo>
                  <a:pt x="1339583" y="554266"/>
                </a:lnTo>
                <a:lnTo>
                  <a:pt x="1336954" y="554266"/>
                </a:lnTo>
                <a:lnTo>
                  <a:pt x="1335836" y="554723"/>
                </a:lnTo>
                <a:lnTo>
                  <a:pt x="1333969" y="556590"/>
                </a:lnTo>
                <a:lnTo>
                  <a:pt x="1333500" y="557707"/>
                </a:lnTo>
                <a:lnTo>
                  <a:pt x="1333500" y="560336"/>
                </a:lnTo>
                <a:lnTo>
                  <a:pt x="1333969" y="561467"/>
                </a:lnTo>
                <a:lnTo>
                  <a:pt x="1335836" y="563321"/>
                </a:lnTo>
                <a:lnTo>
                  <a:pt x="1336954" y="563791"/>
                </a:lnTo>
                <a:lnTo>
                  <a:pt x="1339583" y="563791"/>
                </a:lnTo>
                <a:lnTo>
                  <a:pt x="1340700" y="563321"/>
                </a:lnTo>
                <a:lnTo>
                  <a:pt x="1342567" y="561467"/>
                </a:lnTo>
                <a:lnTo>
                  <a:pt x="1343025" y="560336"/>
                </a:lnTo>
                <a:lnTo>
                  <a:pt x="1343025" y="557707"/>
                </a:lnTo>
                <a:close/>
              </a:path>
              <a:path w="3914775" h="1672589">
                <a:moveTo>
                  <a:pt x="1343025" y="3441"/>
                </a:moveTo>
                <a:lnTo>
                  <a:pt x="1342567" y="2324"/>
                </a:lnTo>
                <a:lnTo>
                  <a:pt x="1340700" y="469"/>
                </a:lnTo>
                <a:lnTo>
                  <a:pt x="1339583" y="0"/>
                </a:lnTo>
                <a:lnTo>
                  <a:pt x="1336954" y="0"/>
                </a:lnTo>
                <a:lnTo>
                  <a:pt x="1335836" y="469"/>
                </a:lnTo>
                <a:lnTo>
                  <a:pt x="1333969" y="2324"/>
                </a:lnTo>
                <a:lnTo>
                  <a:pt x="1333500" y="3441"/>
                </a:lnTo>
                <a:lnTo>
                  <a:pt x="1333500" y="6070"/>
                </a:lnTo>
                <a:lnTo>
                  <a:pt x="1333969" y="7200"/>
                </a:lnTo>
                <a:lnTo>
                  <a:pt x="1335836" y="9055"/>
                </a:lnTo>
                <a:lnTo>
                  <a:pt x="1336954" y="9525"/>
                </a:lnTo>
                <a:lnTo>
                  <a:pt x="1339583" y="9525"/>
                </a:lnTo>
                <a:lnTo>
                  <a:pt x="1340700" y="9055"/>
                </a:lnTo>
                <a:lnTo>
                  <a:pt x="1342567" y="7200"/>
                </a:lnTo>
                <a:lnTo>
                  <a:pt x="1343025" y="6070"/>
                </a:lnTo>
                <a:lnTo>
                  <a:pt x="1343025" y="3441"/>
                </a:lnTo>
                <a:close/>
              </a:path>
              <a:path w="3914775" h="1672589">
                <a:moveTo>
                  <a:pt x="1390650" y="1666240"/>
                </a:moveTo>
                <a:lnTo>
                  <a:pt x="1390192" y="1665122"/>
                </a:lnTo>
                <a:lnTo>
                  <a:pt x="1388325" y="1663255"/>
                </a:lnTo>
                <a:lnTo>
                  <a:pt x="1387208" y="1662785"/>
                </a:lnTo>
                <a:lnTo>
                  <a:pt x="1384579" y="1662785"/>
                </a:lnTo>
                <a:lnTo>
                  <a:pt x="1383461" y="1663255"/>
                </a:lnTo>
                <a:lnTo>
                  <a:pt x="1381594" y="1665122"/>
                </a:lnTo>
                <a:lnTo>
                  <a:pt x="1381125" y="1666240"/>
                </a:lnTo>
                <a:lnTo>
                  <a:pt x="1381125" y="1668868"/>
                </a:lnTo>
                <a:lnTo>
                  <a:pt x="1381594" y="1669986"/>
                </a:lnTo>
                <a:lnTo>
                  <a:pt x="1383461" y="1671853"/>
                </a:lnTo>
                <a:lnTo>
                  <a:pt x="1384579" y="1672310"/>
                </a:lnTo>
                <a:lnTo>
                  <a:pt x="1387208" y="1672310"/>
                </a:lnTo>
                <a:lnTo>
                  <a:pt x="1388325" y="1671853"/>
                </a:lnTo>
                <a:lnTo>
                  <a:pt x="1390192" y="1669986"/>
                </a:lnTo>
                <a:lnTo>
                  <a:pt x="1390650" y="1668868"/>
                </a:lnTo>
                <a:lnTo>
                  <a:pt x="1390650" y="1666240"/>
                </a:lnTo>
                <a:close/>
              </a:path>
              <a:path w="3914775" h="1672589">
                <a:moveTo>
                  <a:pt x="1390650" y="1111973"/>
                </a:moveTo>
                <a:lnTo>
                  <a:pt x="1390192" y="1110856"/>
                </a:lnTo>
                <a:lnTo>
                  <a:pt x="1388325" y="1108989"/>
                </a:lnTo>
                <a:lnTo>
                  <a:pt x="1387208" y="1108532"/>
                </a:lnTo>
                <a:lnTo>
                  <a:pt x="1384579" y="1108532"/>
                </a:lnTo>
                <a:lnTo>
                  <a:pt x="1383461" y="1108989"/>
                </a:lnTo>
                <a:lnTo>
                  <a:pt x="1381594" y="1110856"/>
                </a:lnTo>
                <a:lnTo>
                  <a:pt x="1381125" y="1111973"/>
                </a:lnTo>
                <a:lnTo>
                  <a:pt x="1381125" y="1114602"/>
                </a:lnTo>
                <a:lnTo>
                  <a:pt x="1381594" y="1115733"/>
                </a:lnTo>
                <a:lnTo>
                  <a:pt x="1383461" y="1117587"/>
                </a:lnTo>
                <a:lnTo>
                  <a:pt x="1384579" y="1118057"/>
                </a:lnTo>
                <a:lnTo>
                  <a:pt x="1387208" y="1118057"/>
                </a:lnTo>
                <a:lnTo>
                  <a:pt x="1388325" y="1117587"/>
                </a:lnTo>
                <a:lnTo>
                  <a:pt x="1390192" y="1115733"/>
                </a:lnTo>
                <a:lnTo>
                  <a:pt x="1390650" y="1114602"/>
                </a:lnTo>
                <a:lnTo>
                  <a:pt x="1390650" y="1111973"/>
                </a:lnTo>
                <a:close/>
              </a:path>
              <a:path w="3914775" h="1672589">
                <a:moveTo>
                  <a:pt x="1390650" y="557707"/>
                </a:moveTo>
                <a:lnTo>
                  <a:pt x="1390192" y="556590"/>
                </a:lnTo>
                <a:lnTo>
                  <a:pt x="1388325" y="554723"/>
                </a:lnTo>
                <a:lnTo>
                  <a:pt x="1387208" y="554266"/>
                </a:lnTo>
                <a:lnTo>
                  <a:pt x="1384579" y="554266"/>
                </a:lnTo>
                <a:lnTo>
                  <a:pt x="1383461" y="554723"/>
                </a:lnTo>
                <a:lnTo>
                  <a:pt x="1381594" y="556590"/>
                </a:lnTo>
                <a:lnTo>
                  <a:pt x="1381125" y="557707"/>
                </a:lnTo>
                <a:lnTo>
                  <a:pt x="1381125" y="560336"/>
                </a:lnTo>
                <a:lnTo>
                  <a:pt x="1381594" y="561467"/>
                </a:lnTo>
                <a:lnTo>
                  <a:pt x="1383461" y="563321"/>
                </a:lnTo>
                <a:lnTo>
                  <a:pt x="1384579" y="563791"/>
                </a:lnTo>
                <a:lnTo>
                  <a:pt x="1387208" y="563791"/>
                </a:lnTo>
                <a:lnTo>
                  <a:pt x="1388325" y="563321"/>
                </a:lnTo>
                <a:lnTo>
                  <a:pt x="1390192" y="561467"/>
                </a:lnTo>
                <a:lnTo>
                  <a:pt x="1390650" y="560336"/>
                </a:lnTo>
                <a:lnTo>
                  <a:pt x="1390650" y="557707"/>
                </a:lnTo>
                <a:close/>
              </a:path>
              <a:path w="3914775" h="1672589">
                <a:moveTo>
                  <a:pt x="1390650" y="3441"/>
                </a:moveTo>
                <a:lnTo>
                  <a:pt x="1390192" y="2324"/>
                </a:lnTo>
                <a:lnTo>
                  <a:pt x="1388325" y="469"/>
                </a:lnTo>
                <a:lnTo>
                  <a:pt x="1387208" y="0"/>
                </a:lnTo>
                <a:lnTo>
                  <a:pt x="1384579" y="0"/>
                </a:lnTo>
                <a:lnTo>
                  <a:pt x="1383461" y="469"/>
                </a:lnTo>
                <a:lnTo>
                  <a:pt x="1381594" y="2324"/>
                </a:lnTo>
                <a:lnTo>
                  <a:pt x="1381125" y="3441"/>
                </a:lnTo>
                <a:lnTo>
                  <a:pt x="1381125" y="6070"/>
                </a:lnTo>
                <a:lnTo>
                  <a:pt x="1381594" y="7200"/>
                </a:lnTo>
                <a:lnTo>
                  <a:pt x="1383461" y="9055"/>
                </a:lnTo>
                <a:lnTo>
                  <a:pt x="1384579" y="9525"/>
                </a:lnTo>
                <a:lnTo>
                  <a:pt x="1387208" y="9525"/>
                </a:lnTo>
                <a:lnTo>
                  <a:pt x="1388325" y="9055"/>
                </a:lnTo>
                <a:lnTo>
                  <a:pt x="1390192" y="7200"/>
                </a:lnTo>
                <a:lnTo>
                  <a:pt x="1390650" y="6070"/>
                </a:lnTo>
                <a:lnTo>
                  <a:pt x="1390650" y="3441"/>
                </a:lnTo>
                <a:close/>
              </a:path>
              <a:path w="3914775" h="1672589">
                <a:moveTo>
                  <a:pt x="1438275" y="1666240"/>
                </a:moveTo>
                <a:lnTo>
                  <a:pt x="1437817" y="1665122"/>
                </a:lnTo>
                <a:lnTo>
                  <a:pt x="1435950" y="1663255"/>
                </a:lnTo>
                <a:lnTo>
                  <a:pt x="1434833" y="1662785"/>
                </a:lnTo>
                <a:lnTo>
                  <a:pt x="1432204" y="1662785"/>
                </a:lnTo>
                <a:lnTo>
                  <a:pt x="1431086" y="1663255"/>
                </a:lnTo>
                <a:lnTo>
                  <a:pt x="1429219" y="1665122"/>
                </a:lnTo>
                <a:lnTo>
                  <a:pt x="1428750" y="1666240"/>
                </a:lnTo>
                <a:lnTo>
                  <a:pt x="1428750" y="1668868"/>
                </a:lnTo>
                <a:lnTo>
                  <a:pt x="1429219" y="1669986"/>
                </a:lnTo>
                <a:lnTo>
                  <a:pt x="1431086" y="1671853"/>
                </a:lnTo>
                <a:lnTo>
                  <a:pt x="1432204" y="1672310"/>
                </a:lnTo>
                <a:lnTo>
                  <a:pt x="1434833" y="1672310"/>
                </a:lnTo>
                <a:lnTo>
                  <a:pt x="1435950" y="1671853"/>
                </a:lnTo>
                <a:lnTo>
                  <a:pt x="1437817" y="1669986"/>
                </a:lnTo>
                <a:lnTo>
                  <a:pt x="1438275" y="1668868"/>
                </a:lnTo>
                <a:lnTo>
                  <a:pt x="1438275" y="1666240"/>
                </a:lnTo>
                <a:close/>
              </a:path>
              <a:path w="3914775" h="1672589">
                <a:moveTo>
                  <a:pt x="1438275" y="1111973"/>
                </a:moveTo>
                <a:lnTo>
                  <a:pt x="1437817" y="1110856"/>
                </a:lnTo>
                <a:lnTo>
                  <a:pt x="1435950" y="1108989"/>
                </a:lnTo>
                <a:lnTo>
                  <a:pt x="1434833" y="1108532"/>
                </a:lnTo>
                <a:lnTo>
                  <a:pt x="1432204" y="1108532"/>
                </a:lnTo>
                <a:lnTo>
                  <a:pt x="1431086" y="1108989"/>
                </a:lnTo>
                <a:lnTo>
                  <a:pt x="1429219" y="1110856"/>
                </a:lnTo>
                <a:lnTo>
                  <a:pt x="1428750" y="1111973"/>
                </a:lnTo>
                <a:lnTo>
                  <a:pt x="1428750" y="1114602"/>
                </a:lnTo>
                <a:lnTo>
                  <a:pt x="1429219" y="1115733"/>
                </a:lnTo>
                <a:lnTo>
                  <a:pt x="1431086" y="1117587"/>
                </a:lnTo>
                <a:lnTo>
                  <a:pt x="1432204" y="1118057"/>
                </a:lnTo>
                <a:lnTo>
                  <a:pt x="1434833" y="1118057"/>
                </a:lnTo>
                <a:lnTo>
                  <a:pt x="1435950" y="1117587"/>
                </a:lnTo>
                <a:lnTo>
                  <a:pt x="1437817" y="1115733"/>
                </a:lnTo>
                <a:lnTo>
                  <a:pt x="1438275" y="1114602"/>
                </a:lnTo>
                <a:lnTo>
                  <a:pt x="1438275" y="1111973"/>
                </a:lnTo>
                <a:close/>
              </a:path>
              <a:path w="3914775" h="1672589">
                <a:moveTo>
                  <a:pt x="1438275" y="557707"/>
                </a:moveTo>
                <a:lnTo>
                  <a:pt x="1437817" y="556590"/>
                </a:lnTo>
                <a:lnTo>
                  <a:pt x="1435950" y="554723"/>
                </a:lnTo>
                <a:lnTo>
                  <a:pt x="1434833" y="554266"/>
                </a:lnTo>
                <a:lnTo>
                  <a:pt x="1432204" y="554266"/>
                </a:lnTo>
                <a:lnTo>
                  <a:pt x="1431086" y="554723"/>
                </a:lnTo>
                <a:lnTo>
                  <a:pt x="1429219" y="556590"/>
                </a:lnTo>
                <a:lnTo>
                  <a:pt x="1428750" y="557707"/>
                </a:lnTo>
                <a:lnTo>
                  <a:pt x="1428750" y="560336"/>
                </a:lnTo>
                <a:lnTo>
                  <a:pt x="1429219" y="561467"/>
                </a:lnTo>
                <a:lnTo>
                  <a:pt x="1431086" y="563321"/>
                </a:lnTo>
                <a:lnTo>
                  <a:pt x="1432204" y="563791"/>
                </a:lnTo>
                <a:lnTo>
                  <a:pt x="1434833" y="563791"/>
                </a:lnTo>
                <a:lnTo>
                  <a:pt x="1435950" y="563321"/>
                </a:lnTo>
                <a:lnTo>
                  <a:pt x="1437817" y="561467"/>
                </a:lnTo>
                <a:lnTo>
                  <a:pt x="1438275" y="560336"/>
                </a:lnTo>
                <a:lnTo>
                  <a:pt x="1438275" y="557707"/>
                </a:lnTo>
                <a:close/>
              </a:path>
              <a:path w="3914775" h="1672589">
                <a:moveTo>
                  <a:pt x="1438275" y="3441"/>
                </a:moveTo>
                <a:lnTo>
                  <a:pt x="1437817" y="2324"/>
                </a:lnTo>
                <a:lnTo>
                  <a:pt x="1435950" y="469"/>
                </a:lnTo>
                <a:lnTo>
                  <a:pt x="1434833" y="0"/>
                </a:lnTo>
                <a:lnTo>
                  <a:pt x="1432204" y="0"/>
                </a:lnTo>
                <a:lnTo>
                  <a:pt x="1431086" y="469"/>
                </a:lnTo>
                <a:lnTo>
                  <a:pt x="1429219" y="2324"/>
                </a:lnTo>
                <a:lnTo>
                  <a:pt x="1428750" y="3441"/>
                </a:lnTo>
                <a:lnTo>
                  <a:pt x="1428750" y="6070"/>
                </a:lnTo>
                <a:lnTo>
                  <a:pt x="1429219" y="7200"/>
                </a:lnTo>
                <a:lnTo>
                  <a:pt x="1431086" y="9055"/>
                </a:lnTo>
                <a:lnTo>
                  <a:pt x="1432204" y="9525"/>
                </a:lnTo>
                <a:lnTo>
                  <a:pt x="1434833" y="9525"/>
                </a:lnTo>
                <a:lnTo>
                  <a:pt x="1435950" y="9055"/>
                </a:lnTo>
                <a:lnTo>
                  <a:pt x="1437817" y="7200"/>
                </a:lnTo>
                <a:lnTo>
                  <a:pt x="1438275" y="6070"/>
                </a:lnTo>
                <a:lnTo>
                  <a:pt x="1438275" y="3441"/>
                </a:lnTo>
                <a:close/>
              </a:path>
              <a:path w="3914775" h="1672589">
                <a:moveTo>
                  <a:pt x="1485900" y="1666240"/>
                </a:moveTo>
                <a:lnTo>
                  <a:pt x="1485442" y="1665122"/>
                </a:lnTo>
                <a:lnTo>
                  <a:pt x="1483575" y="1663255"/>
                </a:lnTo>
                <a:lnTo>
                  <a:pt x="1482458" y="1662785"/>
                </a:lnTo>
                <a:lnTo>
                  <a:pt x="1479829" y="1662785"/>
                </a:lnTo>
                <a:lnTo>
                  <a:pt x="1478711" y="1663255"/>
                </a:lnTo>
                <a:lnTo>
                  <a:pt x="1476844" y="1665122"/>
                </a:lnTo>
                <a:lnTo>
                  <a:pt x="1476375" y="1666240"/>
                </a:lnTo>
                <a:lnTo>
                  <a:pt x="1476375" y="1668868"/>
                </a:lnTo>
                <a:lnTo>
                  <a:pt x="1476844" y="1669986"/>
                </a:lnTo>
                <a:lnTo>
                  <a:pt x="1478711" y="1671853"/>
                </a:lnTo>
                <a:lnTo>
                  <a:pt x="1479829" y="1672310"/>
                </a:lnTo>
                <a:lnTo>
                  <a:pt x="1482458" y="1672310"/>
                </a:lnTo>
                <a:lnTo>
                  <a:pt x="1483575" y="1671853"/>
                </a:lnTo>
                <a:lnTo>
                  <a:pt x="1485442" y="1669986"/>
                </a:lnTo>
                <a:lnTo>
                  <a:pt x="1485900" y="1668868"/>
                </a:lnTo>
                <a:lnTo>
                  <a:pt x="1485900" y="1666240"/>
                </a:lnTo>
                <a:close/>
              </a:path>
              <a:path w="3914775" h="1672589">
                <a:moveTo>
                  <a:pt x="1485900" y="1111973"/>
                </a:moveTo>
                <a:lnTo>
                  <a:pt x="1485442" y="1110856"/>
                </a:lnTo>
                <a:lnTo>
                  <a:pt x="1483575" y="1108989"/>
                </a:lnTo>
                <a:lnTo>
                  <a:pt x="1482458" y="1108532"/>
                </a:lnTo>
                <a:lnTo>
                  <a:pt x="1479829" y="1108532"/>
                </a:lnTo>
                <a:lnTo>
                  <a:pt x="1478711" y="1108989"/>
                </a:lnTo>
                <a:lnTo>
                  <a:pt x="1476844" y="1110856"/>
                </a:lnTo>
                <a:lnTo>
                  <a:pt x="1476375" y="1111973"/>
                </a:lnTo>
                <a:lnTo>
                  <a:pt x="1476375" y="1114602"/>
                </a:lnTo>
                <a:lnTo>
                  <a:pt x="1476844" y="1115733"/>
                </a:lnTo>
                <a:lnTo>
                  <a:pt x="1478711" y="1117587"/>
                </a:lnTo>
                <a:lnTo>
                  <a:pt x="1479829" y="1118057"/>
                </a:lnTo>
                <a:lnTo>
                  <a:pt x="1482458" y="1118057"/>
                </a:lnTo>
                <a:lnTo>
                  <a:pt x="1483575" y="1117587"/>
                </a:lnTo>
                <a:lnTo>
                  <a:pt x="1485442" y="1115733"/>
                </a:lnTo>
                <a:lnTo>
                  <a:pt x="1485900" y="1114602"/>
                </a:lnTo>
                <a:lnTo>
                  <a:pt x="1485900" y="1111973"/>
                </a:lnTo>
                <a:close/>
              </a:path>
              <a:path w="3914775" h="1672589">
                <a:moveTo>
                  <a:pt x="1485900" y="557707"/>
                </a:moveTo>
                <a:lnTo>
                  <a:pt x="1485442" y="556590"/>
                </a:lnTo>
                <a:lnTo>
                  <a:pt x="1483575" y="554723"/>
                </a:lnTo>
                <a:lnTo>
                  <a:pt x="1482458" y="554266"/>
                </a:lnTo>
                <a:lnTo>
                  <a:pt x="1479829" y="554266"/>
                </a:lnTo>
                <a:lnTo>
                  <a:pt x="1478711" y="554723"/>
                </a:lnTo>
                <a:lnTo>
                  <a:pt x="1476844" y="556590"/>
                </a:lnTo>
                <a:lnTo>
                  <a:pt x="1476375" y="557707"/>
                </a:lnTo>
                <a:lnTo>
                  <a:pt x="1476375" y="560336"/>
                </a:lnTo>
                <a:lnTo>
                  <a:pt x="1476844" y="561467"/>
                </a:lnTo>
                <a:lnTo>
                  <a:pt x="1478711" y="563321"/>
                </a:lnTo>
                <a:lnTo>
                  <a:pt x="1479829" y="563791"/>
                </a:lnTo>
                <a:lnTo>
                  <a:pt x="1482458" y="563791"/>
                </a:lnTo>
                <a:lnTo>
                  <a:pt x="1483575" y="563321"/>
                </a:lnTo>
                <a:lnTo>
                  <a:pt x="1485442" y="561467"/>
                </a:lnTo>
                <a:lnTo>
                  <a:pt x="1485900" y="560336"/>
                </a:lnTo>
                <a:lnTo>
                  <a:pt x="1485900" y="557707"/>
                </a:lnTo>
                <a:close/>
              </a:path>
              <a:path w="3914775" h="1672589">
                <a:moveTo>
                  <a:pt x="1485900" y="3441"/>
                </a:moveTo>
                <a:lnTo>
                  <a:pt x="1485442" y="2324"/>
                </a:lnTo>
                <a:lnTo>
                  <a:pt x="1483575" y="469"/>
                </a:lnTo>
                <a:lnTo>
                  <a:pt x="1482458" y="0"/>
                </a:lnTo>
                <a:lnTo>
                  <a:pt x="1479829" y="0"/>
                </a:lnTo>
                <a:lnTo>
                  <a:pt x="1478711" y="469"/>
                </a:lnTo>
                <a:lnTo>
                  <a:pt x="1476844" y="2324"/>
                </a:lnTo>
                <a:lnTo>
                  <a:pt x="1476375" y="3441"/>
                </a:lnTo>
                <a:lnTo>
                  <a:pt x="1476375" y="6070"/>
                </a:lnTo>
                <a:lnTo>
                  <a:pt x="1476844" y="7200"/>
                </a:lnTo>
                <a:lnTo>
                  <a:pt x="1478711" y="9055"/>
                </a:lnTo>
                <a:lnTo>
                  <a:pt x="1479829" y="9525"/>
                </a:lnTo>
                <a:lnTo>
                  <a:pt x="1482458" y="9525"/>
                </a:lnTo>
                <a:lnTo>
                  <a:pt x="1483575" y="9055"/>
                </a:lnTo>
                <a:lnTo>
                  <a:pt x="1485442" y="7200"/>
                </a:lnTo>
                <a:lnTo>
                  <a:pt x="1485900" y="6070"/>
                </a:lnTo>
                <a:lnTo>
                  <a:pt x="1485900" y="3441"/>
                </a:lnTo>
                <a:close/>
              </a:path>
              <a:path w="3914775" h="1672589">
                <a:moveTo>
                  <a:pt x="1533525" y="1666240"/>
                </a:moveTo>
                <a:lnTo>
                  <a:pt x="1533067" y="1665122"/>
                </a:lnTo>
                <a:lnTo>
                  <a:pt x="1531200" y="1663255"/>
                </a:lnTo>
                <a:lnTo>
                  <a:pt x="1530083" y="1662785"/>
                </a:lnTo>
                <a:lnTo>
                  <a:pt x="1527454" y="1662785"/>
                </a:lnTo>
                <a:lnTo>
                  <a:pt x="1526336" y="1663255"/>
                </a:lnTo>
                <a:lnTo>
                  <a:pt x="1524469" y="1665122"/>
                </a:lnTo>
                <a:lnTo>
                  <a:pt x="1524000" y="1666240"/>
                </a:lnTo>
                <a:lnTo>
                  <a:pt x="1524000" y="1668868"/>
                </a:lnTo>
                <a:lnTo>
                  <a:pt x="1524469" y="1669986"/>
                </a:lnTo>
                <a:lnTo>
                  <a:pt x="1526336" y="1671853"/>
                </a:lnTo>
                <a:lnTo>
                  <a:pt x="1527454" y="1672310"/>
                </a:lnTo>
                <a:lnTo>
                  <a:pt x="1530083" y="1672310"/>
                </a:lnTo>
                <a:lnTo>
                  <a:pt x="1531200" y="1671853"/>
                </a:lnTo>
                <a:lnTo>
                  <a:pt x="1533067" y="1669986"/>
                </a:lnTo>
                <a:lnTo>
                  <a:pt x="1533525" y="1668868"/>
                </a:lnTo>
                <a:lnTo>
                  <a:pt x="1533525" y="1666240"/>
                </a:lnTo>
                <a:close/>
              </a:path>
              <a:path w="3914775" h="1672589">
                <a:moveTo>
                  <a:pt x="1533525" y="1111973"/>
                </a:moveTo>
                <a:lnTo>
                  <a:pt x="1533067" y="1110856"/>
                </a:lnTo>
                <a:lnTo>
                  <a:pt x="1531200" y="1108989"/>
                </a:lnTo>
                <a:lnTo>
                  <a:pt x="1530083" y="1108532"/>
                </a:lnTo>
                <a:lnTo>
                  <a:pt x="1527454" y="1108532"/>
                </a:lnTo>
                <a:lnTo>
                  <a:pt x="1526336" y="1108989"/>
                </a:lnTo>
                <a:lnTo>
                  <a:pt x="1524469" y="1110856"/>
                </a:lnTo>
                <a:lnTo>
                  <a:pt x="1524000" y="1111973"/>
                </a:lnTo>
                <a:lnTo>
                  <a:pt x="1524000" y="1114602"/>
                </a:lnTo>
                <a:lnTo>
                  <a:pt x="1524469" y="1115733"/>
                </a:lnTo>
                <a:lnTo>
                  <a:pt x="1526336" y="1117587"/>
                </a:lnTo>
                <a:lnTo>
                  <a:pt x="1527454" y="1118057"/>
                </a:lnTo>
                <a:lnTo>
                  <a:pt x="1530083" y="1118057"/>
                </a:lnTo>
                <a:lnTo>
                  <a:pt x="1531200" y="1117587"/>
                </a:lnTo>
                <a:lnTo>
                  <a:pt x="1533067" y="1115733"/>
                </a:lnTo>
                <a:lnTo>
                  <a:pt x="1533525" y="1114602"/>
                </a:lnTo>
                <a:lnTo>
                  <a:pt x="1533525" y="1111973"/>
                </a:lnTo>
                <a:close/>
              </a:path>
              <a:path w="3914775" h="1672589">
                <a:moveTo>
                  <a:pt x="1533525" y="557707"/>
                </a:moveTo>
                <a:lnTo>
                  <a:pt x="1533067" y="556590"/>
                </a:lnTo>
                <a:lnTo>
                  <a:pt x="1531200" y="554723"/>
                </a:lnTo>
                <a:lnTo>
                  <a:pt x="1530083" y="554266"/>
                </a:lnTo>
                <a:lnTo>
                  <a:pt x="1527454" y="554266"/>
                </a:lnTo>
                <a:lnTo>
                  <a:pt x="1526336" y="554723"/>
                </a:lnTo>
                <a:lnTo>
                  <a:pt x="1524469" y="556590"/>
                </a:lnTo>
                <a:lnTo>
                  <a:pt x="1524000" y="557707"/>
                </a:lnTo>
                <a:lnTo>
                  <a:pt x="1524000" y="560336"/>
                </a:lnTo>
                <a:lnTo>
                  <a:pt x="1524469" y="561467"/>
                </a:lnTo>
                <a:lnTo>
                  <a:pt x="1526336" y="563321"/>
                </a:lnTo>
                <a:lnTo>
                  <a:pt x="1527454" y="563791"/>
                </a:lnTo>
                <a:lnTo>
                  <a:pt x="1530083" y="563791"/>
                </a:lnTo>
                <a:lnTo>
                  <a:pt x="1531200" y="563321"/>
                </a:lnTo>
                <a:lnTo>
                  <a:pt x="1533067" y="561467"/>
                </a:lnTo>
                <a:lnTo>
                  <a:pt x="1533525" y="560336"/>
                </a:lnTo>
                <a:lnTo>
                  <a:pt x="1533525" y="557707"/>
                </a:lnTo>
                <a:close/>
              </a:path>
              <a:path w="3914775" h="1672589">
                <a:moveTo>
                  <a:pt x="1533525" y="3441"/>
                </a:moveTo>
                <a:lnTo>
                  <a:pt x="1533067" y="2324"/>
                </a:lnTo>
                <a:lnTo>
                  <a:pt x="1531200" y="469"/>
                </a:lnTo>
                <a:lnTo>
                  <a:pt x="1530083" y="0"/>
                </a:lnTo>
                <a:lnTo>
                  <a:pt x="1527454" y="0"/>
                </a:lnTo>
                <a:lnTo>
                  <a:pt x="1526336" y="469"/>
                </a:lnTo>
                <a:lnTo>
                  <a:pt x="1524469" y="2324"/>
                </a:lnTo>
                <a:lnTo>
                  <a:pt x="1524000" y="3441"/>
                </a:lnTo>
                <a:lnTo>
                  <a:pt x="1524000" y="6070"/>
                </a:lnTo>
                <a:lnTo>
                  <a:pt x="1524469" y="7200"/>
                </a:lnTo>
                <a:lnTo>
                  <a:pt x="1526336" y="9055"/>
                </a:lnTo>
                <a:lnTo>
                  <a:pt x="1527454" y="9525"/>
                </a:lnTo>
                <a:lnTo>
                  <a:pt x="1530083" y="9525"/>
                </a:lnTo>
                <a:lnTo>
                  <a:pt x="1531200" y="9055"/>
                </a:lnTo>
                <a:lnTo>
                  <a:pt x="1533067" y="7200"/>
                </a:lnTo>
                <a:lnTo>
                  <a:pt x="1533525" y="6070"/>
                </a:lnTo>
                <a:lnTo>
                  <a:pt x="1533525" y="3441"/>
                </a:lnTo>
                <a:close/>
              </a:path>
              <a:path w="3914775" h="1672589">
                <a:moveTo>
                  <a:pt x="1581150" y="1666240"/>
                </a:moveTo>
                <a:lnTo>
                  <a:pt x="1580692" y="1665122"/>
                </a:lnTo>
                <a:lnTo>
                  <a:pt x="1578825" y="1663255"/>
                </a:lnTo>
                <a:lnTo>
                  <a:pt x="1577708" y="1662785"/>
                </a:lnTo>
                <a:lnTo>
                  <a:pt x="1575079" y="1662785"/>
                </a:lnTo>
                <a:lnTo>
                  <a:pt x="1573961" y="1663255"/>
                </a:lnTo>
                <a:lnTo>
                  <a:pt x="1572094" y="1665122"/>
                </a:lnTo>
                <a:lnTo>
                  <a:pt x="1571625" y="1666240"/>
                </a:lnTo>
                <a:lnTo>
                  <a:pt x="1571625" y="1668868"/>
                </a:lnTo>
                <a:lnTo>
                  <a:pt x="1572094" y="1669986"/>
                </a:lnTo>
                <a:lnTo>
                  <a:pt x="1573961" y="1671853"/>
                </a:lnTo>
                <a:lnTo>
                  <a:pt x="1575079" y="1672310"/>
                </a:lnTo>
                <a:lnTo>
                  <a:pt x="1577708" y="1672310"/>
                </a:lnTo>
                <a:lnTo>
                  <a:pt x="1578825" y="1671853"/>
                </a:lnTo>
                <a:lnTo>
                  <a:pt x="1580692" y="1669986"/>
                </a:lnTo>
                <a:lnTo>
                  <a:pt x="1581150" y="1668868"/>
                </a:lnTo>
                <a:lnTo>
                  <a:pt x="1581150" y="1666240"/>
                </a:lnTo>
                <a:close/>
              </a:path>
              <a:path w="3914775" h="1672589">
                <a:moveTo>
                  <a:pt x="1581150" y="1111973"/>
                </a:moveTo>
                <a:lnTo>
                  <a:pt x="1580692" y="1110856"/>
                </a:lnTo>
                <a:lnTo>
                  <a:pt x="1578825" y="1108989"/>
                </a:lnTo>
                <a:lnTo>
                  <a:pt x="1577708" y="1108532"/>
                </a:lnTo>
                <a:lnTo>
                  <a:pt x="1575079" y="1108532"/>
                </a:lnTo>
                <a:lnTo>
                  <a:pt x="1573961" y="1108989"/>
                </a:lnTo>
                <a:lnTo>
                  <a:pt x="1572094" y="1110856"/>
                </a:lnTo>
                <a:lnTo>
                  <a:pt x="1571625" y="1111973"/>
                </a:lnTo>
                <a:lnTo>
                  <a:pt x="1571625" y="1114602"/>
                </a:lnTo>
                <a:lnTo>
                  <a:pt x="1572094" y="1115733"/>
                </a:lnTo>
                <a:lnTo>
                  <a:pt x="1573961" y="1117587"/>
                </a:lnTo>
                <a:lnTo>
                  <a:pt x="1575079" y="1118057"/>
                </a:lnTo>
                <a:lnTo>
                  <a:pt x="1577708" y="1118057"/>
                </a:lnTo>
                <a:lnTo>
                  <a:pt x="1578825" y="1117587"/>
                </a:lnTo>
                <a:lnTo>
                  <a:pt x="1580692" y="1115733"/>
                </a:lnTo>
                <a:lnTo>
                  <a:pt x="1581150" y="1114602"/>
                </a:lnTo>
                <a:lnTo>
                  <a:pt x="1581150" y="1111973"/>
                </a:lnTo>
                <a:close/>
              </a:path>
              <a:path w="3914775" h="1672589">
                <a:moveTo>
                  <a:pt x="1581150" y="557707"/>
                </a:moveTo>
                <a:lnTo>
                  <a:pt x="1580692" y="556590"/>
                </a:lnTo>
                <a:lnTo>
                  <a:pt x="1578825" y="554723"/>
                </a:lnTo>
                <a:lnTo>
                  <a:pt x="1577708" y="554266"/>
                </a:lnTo>
                <a:lnTo>
                  <a:pt x="1575079" y="554266"/>
                </a:lnTo>
                <a:lnTo>
                  <a:pt x="1573961" y="554723"/>
                </a:lnTo>
                <a:lnTo>
                  <a:pt x="1572094" y="556590"/>
                </a:lnTo>
                <a:lnTo>
                  <a:pt x="1571625" y="557707"/>
                </a:lnTo>
                <a:lnTo>
                  <a:pt x="1571625" y="560336"/>
                </a:lnTo>
                <a:lnTo>
                  <a:pt x="1572094" y="561467"/>
                </a:lnTo>
                <a:lnTo>
                  <a:pt x="1573961" y="563321"/>
                </a:lnTo>
                <a:lnTo>
                  <a:pt x="1575079" y="563791"/>
                </a:lnTo>
                <a:lnTo>
                  <a:pt x="1577708" y="563791"/>
                </a:lnTo>
                <a:lnTo>
                  <a:pt x="1578825" y="563321"/>
                </a:lnTo>
                <a:lnTo>
                  <a:pt x="1580692" y="561467"/>
                </a:lnTo>
                <a:lnTo>
                  <a:pt x="1581150" y="560336"/>
                </a:lnTo>
                <a:lnTo>
                  <a:pt x="1581150" y="557707"/>
                </a:lnTo>
                <a:close/>
              </a:path>
              <a:path w="3914775" h="1672589">
                <a:moveTo>
                  <a:pt x="1581150" y="3441"/>
                </a:moveTo>
                <a:lnTo>
                  <a:pt x="1580692" y="2324"/>
                </a:lnTo>
                <a:lnTo>
                  <a:pt x="1578825" y="469"/>
                </a:lnTo>
                <a:lnTo>
                  <a:pt x="1577708" y="0"/>
                </a:lnTo>
                <a:lnTo>
                  <a:pt x="1575079" y="0"/>
                </a:lnTo>
                <a:lnTo>
                  <a:pt x="1573961" y="469"/>
                </a:lnTo>
                <a:lnTo>
                  <a:pt x="1572094" y="2324"/>
                </a:lnTo>
                <a:lnTo>
                  <a:pt x="1571625" y="3441"/>
                </a:lnTo>
                <a:lnTo>
                  <a:pt x="1571625" y="6070"/>
                </a:lnTo>
                <a:lnTo>
                  <a:pt x="1572094" y="7200"/>
                </a:lnTo>
                <a:lnTo>
                  <a:pt x="1573961" y="9055"/>
                </a:lnTo>
                <a:lnTo>
                  <a:pt x="1575079" y="9525"/>
                </a:lnTo>
                <a:lnTo>
                  <a:pt x="1577708" y="9525"/>
                </a:lnTo>
                <a:lnTo>
                  <a:pt x="1578825" y="9055"/>
                </a:lnTo>
                <a:lnTo>
                  <a:pt x="1580692" y="7200"/>
                </a:lnTo>
                <a:lnTo>
                  <a:pt x="1581150" y="6070"/>
                </a:lnTo>
                <a:lnTo>
                  <a:pt x="1581150" y="3441"/>
                </a:lnTo>
                <a:close/>
              </a:path>
              <a:path w="3914775" h="1672589">
                <a:moveTo>
                  <a:pt x="1628775" y="1666240"/>
                </a:moveTo>
                <a:lnTo>
                  <a:pt x="1628317" y="1665122"/>
                </a:lnTo>
                <a:lnTo>
                  <a:pt x="1626450" y="1663255"/>
                </a:lnTo>
                <a:lnTo>
                  <a:pt x="1625333" y="1662785"/>
                </a:lnTo>
                <a:lnTo>
                  <a:pt x="1622704" y="1662785"/>
                </a:lnTo>
                <a:lnTo>
                  <a:pt x="1621586" y="1663255"/>
                </a:lnTo>
                <a:lnTo>
                  <a:pt x="1619719" y="1665122"/>
                </a:lnTo>
                <a:lnTo>
                  <a:pt x="1619250" y="1666240"/>
                </a:lnTo>
                <a:lnTo>
                  <a:pt x="1619250" y="1668868"/>
                </a:lnTo>
                <a:lnTo>
                  <a:pt x="1619719" y="1669986"/>
                </a:lnTo>
                <a:lnTo>
                  <a:pt x="1621586" y="1671853"/>
                </a:lnTo>
                <a:lnTo>
                  <a:pt x="1622704" y="1672310"/>
                </a:lnTo>
                <a:lnTo>
                  <a:pt x="1625333" y="1672310"/>
                </a:lnTo>
                <a:lnTo>
                  <a:pt x="1626450" y="1671853"/>
                </a:lnTo>
                <a:lnTo>
                  <a:pt x="1628317" y="1669986"/>
                </a:lnTo>
                <a:lnTo>
                  <a:pt x="1628775" y="1668868"/>
                </a:lnTo>
                <a:lnTo>
                  <a:pt x="1628775" y="1666240"/>
                </a:lnTo>
                <a:close/>
              </a:path>
              <a:path w="3914775" h="1672589">
                <a:moveTo>
                  <a:pt x="1628775" y="1111973"/>
                </a:moveTo>
                <a:lnTo>
                  <a:pt x="1628317" y="1110856"/>
                </a:lnTo>
                <a:lnTo>
                  <a:pt x="1626450" y="1108989"/>
                </a:lnTo>
                <a:lnTo>
                  <a:pt x="1625333" y="1108532"/>
                </a:lnTo>
                <a:lnTo>
                  <a:pt x="1622704" y="1108532"/>
                </a:lnTo>
                <a:lnTo>
                  <a:pt x="1621586" y="1108989"/>
                </a:lnTo>
                <a:lnTo>
                  <a:pt x="1619719" y="1110856"/>
                </a:lnTo>
                <a:lnTo>
                  <a:pt x="1619250" y="1111973"/>
                </a:lnTo>
                <a:lnTo>
                  <a:pt x="1619250" y="1114602"/>
                </a:lnTo>
                <a:lnTo>
                  <a:pt x="1619719" y="1115733"/>
                </a:lnTo>
                <a:lnTo>
                  <a:pt x="1621586" y="1117587"/>
                </a:lnTo>
                <a:lnTo>
                  <a:pt x="1622704" y="1118057"/>
                </a:lnTo>
                <a:lnTo>
                  <a:pt x="1625333" y="1118057"/>
                </a:lnTo>
                <a:lnTo>
                  <a:pt x="1626450" y="1117587"/>
                </a:lnTo>
                <a:lnTo>
                  <a:pt x="1628317" y="1115733"/>
                </a:lnTo>
                <a:lnTo>
                  <a:pt x="1628775" y="1114602"/>
                </a:lnTo>
                <a:lnTo>
                  <a:pt x="1628775" y="1111973"/>
                </a:lnTo>
                <a:close/>
              </a:path>
              <a:path w="3914775" h="1672589">
                <a:moveTo>
                  <a:pt x="1628775" y="557707"/>
                </a:moveTo>
                <a:lnTo>
                  <a:pt x="1628317" y="556590"/>
                </a:lnTo>
                <a:lnTo>
                  <a:pt x="1626450" y="554723"/>
                </a:lnTo>
                <a:lnTo>
                  <a:pt x="1625333" y="554266"/>
                </a:lnTo>
                <a:lnTo>
                  <a:pt x="1622704" y="554266"/>
                </a:lnTo>
                <a:lnTo>
                  <a:pt x="1621586" y="554723"/>
                </a:lnTo>
                <a:lnTo>
                  <a:pt x="1619719" y="556590"/>
                </a:lnTo>
                <a:lnTo>
                  <a:pt x="1619250" y="557707"/>
                </a:lnTo>
                <a:lnTo>
                  <a:pt x="1619250" y="560336"/>
                </a:lnTo>
                <a:lnTo>
                  <a:pt x="1619719" y="561467"/>
                </a:lnTo>
                <a:lnTo>
                  <a:pt x="1621586" y="563321"/>
                </a:lnTo>
                <a:lnTo>
                  <a:pt x="1622704" y="563791"/>
                </a:lnTo>
                <a:lnTo>
                  <a:pt x="1625333" y="563791"/>
                </a:lnTo>
                <a:lnTo>
                  <a:pt x="1626450" y="563321"/>
                </a:lnTo>
                <a:lnTo>
                  <a:pt x="1628317" y="561467"/>
                </a:lnTo>
                <a:lnTo>
                  <a:pt x="1628775" y="560336"/>
                </a:lnTo>
                <a:lnTo>
                  <a:pt x="1628775" y="557707"/>
                </a:lnTo>
                <a:close/>
              </a:path>
              <a:path w="3914775" h="1672589">
                <a:moveTo>
                  <a:pt x="1628775" y="3441"/>
                </a:moveTo>
                <a:lnTo>
                  <a:pt x="1628317" y="2324"/>
                </a:lnTo>
                <a:lnTo>
                  <a:pt x="1626450" y="469"/>
                </a:lnTo>
                <a:lnTo>
                  <a:pt x="1625333" y="0"/>
                </a:lnTo>
                <a:lnTo>
                  <a:pt x="1622704" y="0"/>
                </a:lnTo>
                <a:lnTo>
                  <a:pt x="1621586" y="469"/>
                </a:lnTo>
                <a:lnTo>
                  <a:pt x="1619719" y="2324"/>
                </a:lnTo>
                <a:lnTo>
                  <a:pt x="1619250" y="3441"/>
                </a:lnTo>
                <a:lnTo>
                  <a:pt x="1619250" y="6070"/>
                </a:lnTo>
                <a:lnTo>
                  <a:pt x="1619719" y="7200"/>
                </a:lnTo>
                <a:lnTo>
                  <a:pt x="1621586" y="9055"/>
                </a:lnTo>
                <a:lnTo>
                  <a:pt x="1622704" y="9525"/>
                </a:lnTo>
                <a:lnTo>
                  <a:pt x="1625333" y="9525"/>
                </a:lnTo>
                <a:lnTo>
                  <a:pt x="1626450" y="9055"/>
                </a:lnTo>
                <a:lnTo>
                  <a:pt x="1628317" y="7200"/>
                </a:lnTo>
                <a:lnTo>
                  <a:pt x="1628775" y="6070"/>
                </a:lnTo>
                <a:lnTo>
                  <a:pt x="1628775" y="3441"/>
                </a:lnTo>
                <a:close/>
              </a:path>
              <a:path w="3914775" h="1672589">
                <a:moveTo>
                  <a:pt x="1676400" y="1666240"/>
                </a:moveTo>
                <a:lnTo>
                  <a:pt x="1675942" y="1665122"/>
                </a:lnTo>
                <a:lnTo>
                  <a:pt x="1674075" y="1663255"/>
                </a:lnTo>
                <a:lnTo>
                  <a:pt x="1672958" y="1662785"/>
                </a:lnTo>
                <a:lnTo>
                  <a:pt x="1670329" y="1662785"/>
                </a:lnTo>
                <a:lnTo>
                  <a:pt x="1669211" y="1663255"/>
                </a:lnTo>
                <a:lnTo>
                  <a:pt x="1667344" y="1665122"/>
                </a:lnTo>
                <a:lnTo>
                  <a:pt x="1666875" y="1666240"/>
                </a:lnTo>
                <a:lnTo>
                  <a:pt x="1666875" y="1668868"/>
                </a:lnTo>
                <a:lnTo>
                  <a:pt x="1667344" y="1669986"/>
                </a:lnTo>
                <a:lnTo>
                  <a:pt x="1669211" y="1671853"/>
                </a:lnTo>
                <a:lnTo>
                  <a:pt x="1670329" y="1672310"/>
                </a:lnTo>
                <a:lnTo>
                  <a:pt x="1672958" y="1672310"/>
                </a:lnTo>
                <a:lnTo>
                  <a:pt x="1674075" y="1671853"/>
                </a:lnTo>
                <a:lnTo>
                  <a:pt x="1675942" y="1669986"/>
                </a:lnTo>
                <a:lnTo>
                  <a:pt x="1676400" y="1668868"/>
                </a:lnTo>
                <a:lnTo>
                  <a:pt x="1676400" y="1666240"/>
                </a:lnTo>
                <a:close/>
              </a:path>
              <a:path w="3914775" h="1672589">
                <a:moveTo>
                  <a:pt x="1676400" y="1111973"/>
                </a:moveTo>
                <a:lnTo>
                  <a:pt x="1675942" y="1110856"/>
                </a:lnTo>
                <a:lnTo>
                  <a:pt x="1674075" y="1108989"/>
                </a:lnTo>
                <a:lnTo>
                  <a:pt x="1672958" y="1108532"/>
                </a:lnTo>
                <a:lnTo>
                  <a:pt x="1670329" y="1108532"/>
                </a:lnTo>
                <a:lnTo>
                  <a:pt x="1669211" y="1108989"/>
                </a:lnTo>
                <a:lnTo>
                  <a:pt x="1667344" y="1110856"/>
                </a:lnTo>
                <a:lnTo>
                  <a:pt x="1666875" y="1111973"/>
                </a:lnTo>
                <a:lnTo>
                  <a:pt x="1666875" y="1114602"/>
                </a:lnTo>
                <a:lnTo>
                  <a:pt x="1667344" y="1115733"/>
                </a:lnTo>
                <a:lnTo>
                  <a:pt x="1669211" y="1117587"/>
                </a:lnTo>
                <a:lnTo>
                  <a:pt x="1670329" y="1118057"/>
                </a:lnTo>
                <a:lnTo>
                  <a:pt x="1672958" y="1118057"/>
                </a:lnTo>
                <a:lnTo>
                  <a:pt x="1674075" y="1117587"/>
                </a:lnTo>
                <a:lnTo>
                  <a:pt x="1675942" y="1115733"/>
                </a:lnTo>
                <a:lnTo>
                  <a:pt x="1676400" y="1114602"/>
                </a:lnTo>
                <a:lnTo>
                  <a:pt x="1676400" y="1111973"/>
                </a:lnTo>
                <a:close/>
              </a:path>
              <a:path w="3914775" h="1672589">
                <a:moveTo>
                  <a:pt x="1676400" y="557707"/>
                </a:moveTo>
                <a:lnTo>
                  <a:pt x="1675942" y="556590"/>
                </a:lnTo>
                <a:lnTo>
                  <a:pt x="1674075" y="554723"/>
                </a:lnTo>
                <a:lnTo>
                  <a:pt x="1672958" y="554266"/>
                </a:lnTo>
                <a:lnTo>
                  <a:pt x="1670329" y="554266"/>
                </a:lnTo>
                <a:lnTo>
                  <a:pt x="1669211" y="554723"/>
                </a:lnTo>
                <a:lnTo>
                  <a:pt x="1667344" y="556590"/>
                </a:lnTo>
                <a:lnTo>
                  <a:pt x="1666875" y="557707"/>
                </a:lnTo>
                <a:lnTo>
                  <a:pt x="1666875" y="560336"/>
                </a:lnTo>
                <a:lnTo>
                  <a:pt x="1667344" y="561467"/>
                </a:lnTo>
                <a:lnTo>
                  <a:pt x="1669211" y="563321"/>
                </a:lnTo>
                <a:lnTo>
                  <a:pt x="1670329" y="563791"/>
                </a:lnTo>
                <a:lnTo>
                  <a:pt x="1672958" y="563791"/>
                </a:lnTo>
                <a:lnTo>
                  <a:pt x="1674075" y="563321"/>
                </a:lnTo>
                <a:lnTo>
                  <a:pt x="1675942" y="561467"/>
                </a:lnTo>
                <a:lnTo>
                  <a:pt x="1676400" y="560336"/>
                </a:lnTo>
                <a:lnTo>
                  <a:pt x="1676400" y="557707"/>
                </a:lnTo>
                <a:close/>
              </a:path>
              <a:path w="3914775" h="1672589">
                <a:moveTo>
                  <a:pt x="1676400" y="3441"/>
                </a:moveTo>
                <a:lnTo>
                  <a:pt x="1675942" y="2324"/>
                </a:lnTo>
                <a:lnTo>
                  <a:pt x="1674075" y="469"/>
                </a:lnTo>
                <a:lnTo>
                  <a:pt x="1672958" y="0"/>
                </a:lnTo>
                <a:lnTo>
                  <a:pt x="1670329" y="0"/>
                </a:lnTo>
                <a:lnTo>
                  <a:pt x="1669211" y="469"/>
                </a:lnTo>
                <a:lnTo>
                  <a:pt x="1667344" y="2324"/>
                </a:lnTo>
                <a:lnTo>
                  <a:pt x="1666875" y="3441"/>
                </a:lnTo>
                <a:lnTo>
                  <a:pt x="1666875" y="6070"/>
                </a:lnTo>
                <a:lnTo>
                  <a:pt x="1667344" y="7200"/>
                </a:lnTo>
                <a:lnTo>
                  <a:pt x="1669211" y="9055"/>
                </a:lnTo>
                <a:lnTo>
                  <a:pt x="1670329" y="9525"/>
                </a:lnTo>
                <a:lnTo>
                  <a:pt x="1672958" y="9525"/>
                </a:lnTo>
                <a:lnTo>
                  <a:pt x="1674075" y="9055"/>
                </a:lnTo>
                <a:lnTo>
                  <a:pt x="1675942" y="7200"/>
                </a:lnTo>
                <a:lnTo>
                  <a:pt x="1676400" y="6070"/>
                </a:lnTo>
                <a:lnTo>
                  <a:pt x="1676400" y="3441"/>
                </a:lnTo>
                <a:close/>
              </a:path>
              <a:path w="3914775" h="1672589">
                <a:moveTo>
                  <a:pt x="1724025" y="1666240"/>
                </a:moveTo>
                <a:lnTo>
                  <a:pt x="1723567" y="1665122"/>
                </a:lnTo>
                <a:lnTo>
                  <a:pt x="1721700" y="1663255"/>
                </a:lnTo>
                <a:lnTo>
                  <a:pt x="1720583" y="1662785"/>
                </a:lnTo>
                <a:lnTo>
                  <a:pt x="1717954" y="1662785"/>
                </a:lnTo>
                <a:lnTo>
                  <a:pt x="1716836" y="1663255"/>
                </a:lnTo>
                <a:lnTo>
                  <a:pt x="1714969" y="1665122"/>
                </a:lnTo>
                <a:lnTo>
                  <a:pt x="1714500" y="1666240"/>
                </a:lnTo>
                <a:lnTo>
                  <a:pt x="1714500" y="1668868"/>
                </a:lnTo>
                <a:lnTo>
                  <a:pt x="1714969" y="1669986"/>
                </a:lnTo>
                <a:lnTo>
                  <a:pt x="1716836" y="1671853"/>
                </a:lnTo>
                <a:lnTo>
                  <a:pt x="1717954" y="1672310"/>
                </a:lnTo>
                <a:lnTo>
                  <a:pt x="1720583" y="1672310"/>
                </a:lnTo>
                <a:lnTo>
                  <a:pt x="1721700" y="1671853"/>
                </a:lnTo>
                <a:lnTo>
                  <a:pt x="1723567" y="1669986"/>
                </a:lnTo>
                <a:lnTo>
                  <a:pt x="1724025" y="1668868"/>
                </a:lnTo>
                <a:lnTo>
                  <a:pt x="1724025" y="1666240"/>
                </a:lnTo>
                <a:close/>
              </a:path>
              <a:path w="3914775" h="1672589">
                <a:moveTo>
                  <a:pt x="1724025" y="1111973"/>
                </a:moveTo>
                <a:lnTo>
                  <a:pt x="1723567" y="1110856"/>
                </a:lnTo>
                <a:lnTo>
                  <a:pt x="1721700" y="1108989"/>
                </a:lnTo>
                <a:lnTo>
                  <a:pt x="1720583" y="1108532"/>
                </a:lnTo>
                <a:lnTo>
                  <a:pt x="1717954" y="1108532"/>
                </a:lnTo>
                <a:lnTo>
                  <a:pt x="1716836" y="1108989"/>
                </a:lnTo>
                <a:lnTo>
                  <a:pt x="1714969" y="1110856"/>
                </a:lnTo>
                <a:lnTo>
                  <a:pt x="1714500" y="1111973"/>
                </a:lnTo>
                <a:lnTo>
                  <a:pt x="1714500" y="1114602"/>
                </a:lnTo>
                <a:lnTo>
                  <a:pt x="1714969" y="1115733"/>
                </a:lnTo>
                <a:lnTo>
                  <a:pt x="1716836" y="1117587"/>
                </a:lnTo>
                <a:lnTo>
                  <a:pt x="1717954" y="1118057"/>
                </a:lnTo>
                <a:lnTo>
                  <a:pt x="1720583" y="1118057"/>
                </a:lnTo>
                <a:lnTo>
                  <a:pt x="1721700" y="1117587"/>
                </a:lnTo>
                <a:lnTo>
                  <a:pt x="1723567" y="1115733"/>
                </a:lnTo>
                <a:lnTo>
                  <a:pt x="1724025" y="1114602"/>
                </a:lnTo>
                <a:lnTo>
                  <a:pt x="1724025" y="1111973"/>
                </a:lnTo>
                <a:close/>
              </a:path>
              <a:path w="3914775" h="1672589">
                <a:moveTo>
                  <a:pt x="1724025" y="557707"/>
                </a:moveTo>
                <a:lnTo>
                  <a:pt x="1723567" y="556590"/>
                </a:lnTo>
                <a:lnTo>
                  <a:pt x="1721700" y="554723"/>
                </a:lnTo>
                <a:lnTo>
                  <a:pt x="1720583" y="554266"/>
                </a:lnTo>
                <a:lnTo>
                  <a:pt x="1717954" y="554266"/>
                </a:lnTo>
                <a:lnTo>
                  <a:pt x="1716836" y="554723"/>
                </a:lnTo>
                <a:lnTo>
                  <a:pt x="1714969" y="556590"/>
                </a:lnTo>
                <a:lnTo>
                  <a:pt x="1714500" y="557707"/>
                </a:lnTo>
                <a:lnTo>
                  <a:pt x="1714500" y="560336"/>
                </a:lnTo>
                <a:lnTo>
                  <a:pt x="1714969" y="561467"/>
                </a:lnTo>
                <a:lnTo>
                  <a:pt x="1716836" y="563321"/>
                </a:lnTo>
                <a:lnTo>
                  <a:pt x="1717954" y="563791"/>
                </a:lnTo>
                <a:lnTo>
                  <a:pt x="1720583" y="563791"/>
                </a:lnTo>
                <a:lnTo>
                  <a:pt x="1721700" y="563321"/>
                </a:lnTo>
                <a:lnTo>
                  <a:pt x="1723567" y="561467"/>
                </a:lnTo>
                <a:lnTo>
                  <a:pt x="1724025" y="560336"/>
                </a:lnTo>
                <a:lnTo>
                  <a:pt x="1724025" y="557707"/>
                </a:lnTo>
                <a:close/>
              </a:path>
              <a:path w="3914775" h="1672589">
                <a:moveTo>
                  <a:pt x="1724025" y="3441"/>
                </a:moveTo>
                <a:lnTo>
                  <a:pt x="1723567" y="2324"/>
                </a:lnTo>
                <a:lnTo>
                  <a:pt x="1721700" y="469"/>
                </a:lnTo>
                <a:lnTo>
                  <a:pt x="1720583" y="0"/>
                </a:lnTo>
                <a:lnTo>
                  <a:pt x="1717954" y="0"/>
                </a:lnTo>
                <a:lnTo>
                  <a:pt x="1716836" y="469"/>
                </a:lnTo>
                <a:lnTo>
                  <a:pt x="1714969" y="2324"/>
                </a:lnTo>
                <a:lnTo>
                  <a:pt x="1714500" y="3441"/>
                </a:lnTo>
                <a:lnTo>
                  <a:pt x="1714500" y="6070"/>
                </a:lnTo>
                <a:lnTo>
                  <a:pt x="1714969" y="7200"/>
                </a:lnTo>
                <a:lnTo>
                  <a:pt x="1716836" y="9055"/>
                </a:lnTo>
                <a:lnTo>
                  <a:pt x="1717954" y="9525"/>
                </a:lnTo>
                <a:lnTo>
                  <a:pt x="1720583" y="9525"/>
                </a:lnTo>
                <a:lnTo>
                  <a:pt x="1721700" y="9055"/>
                </a:lnTo>
                <a:lnTo>
                  <a:pt x="1723567" y="7200"/>
                </a:lnTo>
                <a:lnTo>
                  <a:pt x="1724025" y="6070"/>
                </a:lnTo>
                <a:lnTo>
                  <a:pt x="1724025" y="3441"/>
                </a:lnTo>
                <a:close/>
              </a:path>
              <a:path w="3914775" h="1672589">
                <a:moveTo>
                  <a:pt x="1771650" y="1666240"/>
                </a:moveTo>
                <a:lnTo>
                  <a:pt x="1771192" y="1665122"/>
                </a:lnTo>
                <a:lnTo>
                  <a:pt x="1769325" y="1663255"/>
                </a:lnTo>
                <a:lnTo>
                  <a:pt x="1768208" y="1662785"/>
                </a:lnTo>
                <a:lnTo>
                  <a:pt x="1765579" y="1662785"/>
                </a:lnTo>
                <a:lnTo>
                  <a:pt x="1764461" y="1663255"/>
                </a:lnTo>
                <a:lnTo>
                  <a:pt x="1762594" y="1665122"/>
                </a:lnTo>
                <a:lnTo>
                  <a:pt x="1762125" y="1666240"/>
                </a:lnTo>
                <a:lnTo>
                  <a:pt x="1762125" y="1668868"/>
                </a:lnTo>
                <a:lnTo>
                  <a:pt x="1762594" y="1669986"/>
                </a:lnTo>
                <a:lnTo>
                  <a:pt x="1764461" y="1671853"/>
                </a:lnTo>
                <a:lnTo>
                  <a:pt x="1765579" y="1672310"/>
                </a:lnTo>
                <a:lnTo>
                  <a:pt x="1768208" y="1672310"/>
                </a:lnTo>
                <a:lnTo>
                  <a:pt x="1769325" y="1671853"/>
                </a:lnTo>
                <a:lnTo>
                  <a:pt x="1771192" y="1669986"/>
                </a:lnTo>
                <a:lnTo>
                  <a:pt x="1771650" y="1668868"/>
                </a:lnTo>
                <a:lnTo>
                  <a:pt x="1771650" y="1666240"/>
                </a:lnTo>
                <a:close/>
              </a:path>
              <a:path w="3914775" h="1672589">
                <a:moveTo>
                  <a:pt x="1771650" y="1111973"/>
                </a:moveTo>
                <a:lnTo>
                  <a:pt x="1771192" y="1110856"/>
                </a:lnTo>
                <a:lnTo>
                  <a:pt x="1769325" y="1108989"/>
                </a:lnTo>
                <a:lnTo>
                  <a:pt x="1768208" y="1108532"/>
                </a:lnTo>
                <a:lnTo>
                  <a:pt x="1765579" y="1108532"/>
                </a:lnTo>
                <a:lnTo>
                  <a:pt x="1764461" y="1108989"/>
                </a:lnTo>
                <a:lnTo>
                  <a:pt x="1762594" y="1110856"/>
                </a:lnTo>
                <a:lnTo>
                  <a:pt x="1762125" y="1111973"/>
                </a:lnTo>
                <a:lnTo>
                  <a:pt x="1762125" y="1114602"/>
                </a:lnTo>
                <a:lnTo>
                  <a:pt x="1762594" y="1115733"/>
                </a:lnTo>
                <a:lnTo>
                  <a:pt x="1764461" y="1117587"/>
                </a:lnTo>
                <a:lnTo>
                  <a:pt x="1765579" y="1118057"/>
                </a:lnTo>
                <a:lnTo>
                  <a:pt x="1768208" y="1118057"/>
                </a:lnTo>
                <a:lnTo>
                  <a:pt x="1769325" y="1117587"/>
                </a:lnTo>
                <a:lnTo>
                  <a:pt x="1771192" y="1115733"/>
                </a:lnTo>
                <a:lnTo>
                  <a:pt x="1771650" y="1114602"/>
                </a:lnTo>
                <a:lnTo>
                  <a:pt x="1771650" y="1111973"/>
                </a:lnTo>
                <a:close/>
              </a:path>
              <a:path w="3914775" h="1672589">
                <a:moveTo>
                  <a:pt x="1771650" y="557707"/>
                </a:moveTo>
                <a:lnTo>
                  <a:pt x="1771192" y="556590"/>
                </a:lnTo>
                <a:lnTo>
                  <a:pt x="1769325" y="554723"/>
                </a:lnTo>
                <a:lnTo>
                  <a:pt x="1768208" y="554266"/>
                </a:lnTo>
                <a:lnTo>
                  <a:pt x="1765579" y="554266"/>
                </a:lnTo>
                <a:lnTo>
                  <a:pt x="1764461" y="554723"/>
                </a:lnTo>
                <a:lnTo>
                  <a:pt x="1762594" y="556590"/>
                </a:lnTo>
                <a:lnTo>
                  <a:pt x="1762125" y="557707"/>
                </a:lnTo>
                <a:lnTo>
                  <a:pt x="1762125" y="560336"/>
                </a:lnTo>
                <a:lnTo>
                  <a:pt x="1762594" y="561467"/>
                </a:lnTo>
                <a:lnTo>
                  <a:pt x="1764461" y="563321"/>
                </a:lnTo>
                <a:lnTo>
                  <a:pt x="1765579" y="563791"/>
                </a:lnTo>
                <a:lnTo>
                  <a:pt x="1768208" y="563791"/>
                </a:lnTo>
                <a:lnTo>
                  <a:pt x="1769325" y="563321"/>
                </a:lnTo>
                <a:lnTo>
                  <a:pt x="1771192" y="561467"/>
                </a:lnTo>
                <a:lnTo>
                  <a:pt x="1771650" y="560336"/>
                </a:lnTo>
                <a:lnTo>
                  <a:pt x="1771650" y="557707"/>
                </a:lnTo>
                <a:close/>
              </a:path>
              <a:path w="3914775" h="1672589">
                <a:moveTo>
                  <a:pt x="1771650" y="3441"/>
                </a:moveTo>
                <a:lnTo>
                  <a:pt x="1771192" y="2324"/>
                </a:lnTo>
                <a:lnTo>
                  <a:pt x="1769325" y="469"/>
                </a:lnTo>
                <a:lnTo>
                  <a:pt x="1768208" y="0"/>
                </a:lnTo>
                <a:lnTo>
                  <a:pt x="1765579" y="0"/>
                </a:lnTo>
                <a:lnTo>
                  <a:pt x="1764461" y="469"/>
                </a:lnTo>
                <a:lnTo>
                  <a:pt x="1762594" y="2324"/>
                </a:lnTo>
                <a:lnTo>
                  <a:pt x="1762125" y="3441"/>
                </a:lnTo>
                <a:lnTo>
                  <a:pt x="1762125" y="6070"/>
                </a:lnTo>
                <a:lnTo>
                  <a:pt x="1762594" y="7200"/>
                </a:lnTo>
                <a:lnTo>
                  <a:pt x="1764461" y="9055"/>
                </a:lnTo>
                <a:lnTo>
                  <a:pt x="1765579" y="9525"/>
                </a:lnTo>
                <a:lnTo>
                  <a:pt x="1768208" y="9525"/>
                </a:lnTo>
                <a:lnTo>
                  <a:pt x="1769325" y="9055"/>
                </a:lnTo>
                <a:lnTo>
                  <a:pt x="1771192" y="7200"/>
                </a:lnTo>
                <a:lnTo>
                  <a:pt x="1771650" y="6070"/>
                </a:lnTo>
                <a:lnTo>
                  <a:pt x="1771650" y="3441"/>
                </a:lnTo>
                <a:close/>
              </a:path>
              <a:path w="3914775" h="1672589">
                <a:moveTo>
                  <a:pt x="1819275" y="1666240"/>
                </a:moveTo>
                <a:lnTo>
                  <a:pt x="1818817" y="1665122"/>
                </a:lnTo>
                <a:lnTo>
                  <a:pt x="1816950" y="1663255"/>
                </a:lnTo>
                <a:lnTo>
                  <a:pt x="1815833" y="1662785"/>
                </a:lnTo>
                <a:lnTo>
                  <a:pt x="1813204" y="1662785"/>
                </a:lnTo>
                <a:lnTo>
                  <a:pt x="1812086" y="1663255"/>
                </a:lnTo>
                <a:lnTo>
                  <a:pt x="1810219" y="1665122"/>
                </a:lnTo>
                <a:lnTo>
                  <a:pt x="1809750" y="1666240"/>
                </a:lnTo>
                <a:lnTo>
                  <a:pt x="1809750" y="1668868"/>
                </a:lnTo>
                <a:lnTo>
                  <a:pt x="1810219" y="1669986"/>
                </a:lnTo>
                <a:lnTo>
                  <a:pt x="1812086" y="1671853"/>
                </a:lnTo>
                <a:lnTo>
                  <a:pt x="1813204" y="1672310"/>
                </a:lnTo>
                <a:lnTo>
                  <a:pt x="1815833" y="1672310"/>
                </a:lnTo>
                <a:lnTo>
                  <a:pt x="1816950" y="1671853"/>
                </a:lnTo>
                <a:lnTo>
                  <a:pt x="1818817" y="1669986"/>
                </a:lnTo>
                <a:lnTo>
                  <a:pt x="1819275" y="1668868"/>
                </a:lnTo>
                <a:lnTo>
                  <a:pt x="1819275" y="1666240"/>
                </a:lnTo>
                <a:close/>
              </a:path>
              <a:path w="3914775" h="1672589">
                <a:moveTo>
                  <a:pt x="1819275" y="1111973"/>
                </a:moveTo>
                <a:lnTo>
                  <a:pt x="1818817" y="1110856"/>
                </a:lnTo>
                <a:lnTo>
                  <a:pt x="1816950" y="1108989"/>
                </a:lnTo>
                <a:lnTo>
                  <a:pt x="1815833" y="1108532"/>
                </a:lnTo>
                <a:lnTo>
                  <a:pt x="1813204" y="1108532"/>
                </a:lnTo>
                <a:lnTo>
                  <a:pt x="1812086" y="1108989"/>
                </a:lnTo>
                <a:lnTo>
                  <a:pt x="1810219" y="1110856"/>
                </a:lnTo>
                <a:lnTo>
                  <a:pt x="1809750" y="1111973"/>
                </a:lnTo>
                <a:lnTo>
                  <a:pt x="1809750" y="1114602"/>
                </a:lnTo>
                <a:lnTo>
                  <a:pt x="1810219" y="1115733"/>
                </a:lnTo>
                <a:lnTo>
                  <a:pt x="1812086" y="1117587"/>
                </a:lnTo>
                <a:lnTo>
                  <a:pt x="1813204" y="1118057"/>
                </a:lnTo>
                <a:lnTo>
                  <a:pt x="1815833" y="1118057"/>
                </a:lnTo>
                <a:lnTo>
                  <a:pt x="1816950" y="1117587"/>
                </a:lnTo>
                <a:lnTo>
                  <a:pt x="1818817" y="1115733"/>
                </a:lnTo>
                <a:lnTo>
                  <a:pt x="1819275" y="1114602"/>
                </a:lnTo>
                <a:lnTo>
                  <a:pt x="1819275" y="1111973"/>
                </a:lnTo>
                <a:close/>
              </a:path>
              <a:path w="3914775" h="1672589">
                <a:moveTo>
                  <a:pt x="1819275" y="557707"/>
                </a:moveTo>
                <a:lnTo>
                  <a:pt x="1818817" y="556590"/>
                </a:lnTo>
                <a:lnTo>
                  <a:pt x="1816950" y="554723"/>
                </a:lnTo>
                <a:lnTo>
                  <a:pt x="1815833" y="554266"/>
                </a:lnTo>
                <a:lnTo>
                  <a:pt x="1813204" y="554266"/>
                </a:lnTo>
                <a:lnTo>
                  <a:pt x="1812086" y="554723"/>
                </a:lnTo>
                <a:lnTo>
                  <a:pt x="1810219" y="556590"/>
                </a:lnTo>
                <a:lnTo>
                  <a:pt x="1809750" y="557707"/>
                </a:lnTo>
                <a:lnTo>
                  <a:pt x="1809750" y="560336"/>
                </a:lnTo>
                <a:lnTo>
                  <a:pt x="1810219" y="561467"/>
                </a:lnTo>
                <a:lnTo>
                  <a:pt x="1812086" y="563321"/>
                </a:lnTo>
                <a:lnTo>
                  <a:pt x="1813204" y="563791"/>
                </a:lnTo>
                <a:lnTo>
                  <a:pt x="1815833" y="563791"/>
                </a:lnTo>
                <a:lnTo>
                  <a:pt x="1816950" y="563321"/>
                </a:lnTo>
                <a:lnTo>
                  <a:pt x="1818817" y="561467"/>
                </a:lnTo>
                <a:lnTo>
                  <a:pt x="1819275" y="560336"/>
                </a:lnTo>
                <a:lnTo>
                  <a:pt x="1819275" y="557707"/>
                </a:lnTo>
                <a:close/>
              </a:path>
              <a:path w="3914775" h="1672589">
                <a:moveTo>
                  <a:pt x="1819275" y="3441"/>
                </a:moveTo>
                <a:lnTo>
                  <a:pt x="1818817" y="2324"/>
                </a:lnTo>
                <a:lnTo>
                  <a:pt x="1816950" y="469"/>
                </a:lnTo>
                <a:lnTo>
                  <a:pt x="1815833" y="0"/>
                </a:lnTo>
                <a:lnTo>
                  <a:pt x="1813204" y="0"/>
                </a:lnTo>
                <a:lnTo>
                  <a:pt x="1812086" y="469"/>
                </a:lnTo>
                <a:lnTo>
                  <a:pt x="1810219" y="2324"/>
                </a:lnTo>
                <a:lnTo>
                  <a:pt x="1809750" y="3441"/>
                </a:lnTo>
                <a:lnTo>
                  <a:pt x="1809750" y="6070"/>
                </a:lnTo>
                <a:lnTo>
                  <a:pt x="1810219" y="7200"/>
                </a:lnTo>
                <a:lnTo>
                  <a:pt x="1812086" y="9055"/>
                </a:lnTo>
                <a:lnTo>
                  <a:pt x="1813204" y="9525"/>
                </a:lnTo>
                <a:lnTo>
                  <a:pt x="1815833" y="9525"/>
                </a:lnTo>
                <a:lnTo>
                  <a:pt x="1816950" y="9055"/>
                </a:lnTo>
                <a:lnTo>
                  <a:pt x="1818817" y="7200"/>
                </a:lnTo>
                <a:lnTo>
                  <a:pt x="1819275" y="6070"/>
                </a:lnTo>
                <a:lnTo>
                  <a:pt x="1819275" y="3441"/>
                </a:lnTo>
                <a:close/>
              </a:path>
              <a:path w="3914775" h="1672589">
                <a:moveTo>
                  <a:pt x="1866900" y="1666240"/>
                </a:moveTo>
                <a:lnTo>
                  <a:pt x="1866442" y="1665122"/>
                </a:lnTo>
                <a:lnTo>
                  <a:pt x="1864575" y="1663255"/>
                </a:lnTo>
                <a:lnTo>
                  <a:pt x="1863458" y="1662785"/>
                </a:lnTo>
                <a:lnTo>
                  <a:pt x="1860829" y="1662785"/>
                </a:lnTo>
                <a:lnTo>
                  <a:pt x="1859711" y="1663255"/>
                </a:lnTo>
                <a:lnTo>
                  <a:pt x="1857844" y="1665122"/>
                </a:lnTo>
                <a:lnTo>
                  <a:pt x="1857375" y="1666240"/>
                </a:lnTo>
                <a:lnTo>
                  <a:pt x="1857375" y="1668868"/>
                </a:lnTo>
                <a:lnTo>
                  <a:pt x="1857844" y="1669986"/>
                </a:lnTo>
                <a:lnTo>
                  <a:pt x="1859711" y="1671853"/>
                </a:lnTo>
                <a:lnTo>
                  <a:pt x="1860829" y="1672310"/>
                </a:lnTo>
                <a:lnTo>
                  <a:pt x="1863458" y="1672310"/>
                </a:lnTo>
                <a:lnTo>
                  <a:pt x="1864575" y="1671853"/>
                </a:lnTo>
                <a:lnTo>
                  <a:pt x="1866442" y="1669986"/>
                </a:lnTo>
                <a:lnTo>
                  <a:pt x="1866900" y="1668868"/>
                </a:lnTo>
                <a:lnTo>
                  <a:pt x="1866900" y="1666240"/>
                </a:lnTo>
                <a:close/>
              </a:path>
              <a:path w="3914775" h="1672589">
                <a:moveTo>
                  <a:pt x="1866900" y="1111973"/>
                </a:moveTo>
                <a:lnTo>
                  <a:pt x="1866442" y="1110856"/>
                </a:lnTo>
                <a:lnTo>
                  <a:pt x="1864575" y="1108989"/>
                </a:lnTo>
                <a:lnTo>
                  <a:pt x="1863458" y="1108532"/>
                </a:lnTo>
                <a:lnTo>
                  <a:pt x="1860829" y="1108532"/>
                </a:lnTo>
                <a:lnTo>
                  <a:pt x="1859711" y="1108989"/>
                </a:lnTo>
                <a:lnTo>
                  <a:pt x="1857844" y="1110856"/>
                </a:lnTo>
                <a:lnTo>
                  <a:pt x="1857375" y="1111973"/>
                </a:lnTo>
                <a:lnTo>
                  <a:pt x="1857375" y="1114602"/>
                </a:lnTo>
                <a:lnTo>
                  <a:pt x="1857844" y="1115733"/>
                </a:lnTo>
                <a:lnTo>
                  <a:pt x="1859711" y="1117587"/>
                </a:lnTo>
                <a:lnTo>
                  <a:pt x="1860829" y="1118057"/>
                </a:lnTo>
                <a:lnTo>
                  <a:pt x="1863458" y="1118057"/>
                </a:lnTo>
                <a:lnTo>
                  <a:pt x="1864575" y="1117587"/>
                </a:lnTo>
                <a:lnTo>
                  <a:pt x="1866442" y="1115733"/>
                </a:lnTo>
                <a:lnTo>
                  <a:pt x="1866900" y="1114602"/>
                </a:lnTo>
                <a:lnTo>
                  <a:pt x="1866900" y="1111973"/>
                </a:lnTo>
                <a:close/>
              </a:path>
              <a:path w="3914775" h="1672589">
                <a:moveTo>
                  <a:pt x="1866900" y="557707"/>
                </a:moveTo>
                <a:lnTo>
                  <a:pt x="1866442" y="556590"/>
                </a:lnTo>
                <a:lnTo>
                  <a:pt x="1864575" y="554723"/>
                </a:lnTo>
                <a:lnTo>
                  <a:pt x="1863458" y="554266"/>
                </a:lnTo>
                <a:lnTo>
                  <a:pt x="1860829" y="554266"/>
                </a:lnTo>
                <a:lnTo>
                  <a:pt x="1859711" y="554723"/>
                </a:lnTo>
                <a:lnTo>
                  <a:pt x="1857844" y="556590"/>
                </a:lnTo>
                <a:lnTo>
                  <a:pt x="1857375" y="557707"/>
                </a:lnTo>
                <a:lnTo>
                  <a:pt x="1857375" y="560336"/>
                </a:lnTo>
                <a:lnTo>
                  <a:pt x="1857844" y="561467"/>
                </a:lnTo>
                <a:lnTo>
                  <a:pt x="1859711" y="563321"/>
                </a:lnTo>
                <a:lnTo>
                  <a:pt x="1860829" y="563791"/>
                </a:lnTo>
                <a:lnTo>
                  <a:pt x="1863458" y="563791"/>
                </a:lnTo>
                <a:lnTo>
                  <a:pt x="1864575" y="563321"/>
                </a:lnTo>
                <a:lnTo>
                  <a:pt x="1866442" y="561467"/>
                </a:lnTo>
                <a:lnTo>
                  <a:pt x="1866900" y="560336"/>
                </a:lnTo>
                <a:lnTo>
                  <a:pt x="1866900" y="557707"/>
                </a:lnTo>
                <a:close/>
              </a:path>
              <a:path w="3914775" h="1672589">
                <a:moveTo>
                  <a:pt x="1866900" y="3441"/>
                </a:moveTo>
                <a:lnTo>
                  <a:pt x="1866442" y="2324"/>
                </a:lnTo>
                <a:lnTo>
                  <a:pt x="1864575" y="469"/>
                </a:lnTo>
                <a:lnTo>
                  <a:pt x="1863458" y="0"/>
                </a:lnTo>
                <a:lnTo>
                  <a:pt x="1860829" y="0"/>
                </a:lnTo>
                <a:lnTo>
                  <a:pt x="1859711" y="469"/>
                </a:lnTo>
                <a:lnTo>
                  <a:pt x="1857844" y="2324"/>
                </a:lnTo>
                <a:lnTo>
                  <a:pt x="1857375" y="3441"/>
                </a:lnTo>
                <a:lnTo>
                  <a:pt x="1857375" y="6070"/>
                </a:lnTo>
                <a:lnTo>
                  <a:pt x="1857844" y="7200"/>
                </a:lnTo>
                <a:lnTo>
                  <a:pt x="1859711" y="9055"/>
                </a:lnTo>
                <a:lnTo>
                  <a:pt x="1860829" y="9525"/>
                </a:lnTo>
                <a:lnTo>
                  <a:pt x="1863458" y="9525"/>
                </a:lnTo>
                <a:lnTo>
                  <a:pt x="1864575" y="9055"/>
                </a:lnTo>
                <a:lnTo>
                  <a:pt x="1866442" y="7200"/>
                </a:lnTo>
                <a:lnTo>
                  <a:pt x="1866900" y="6070"/>
                </a:lnTo>
                <a:lnTo>
                  <a:pt x="1866900" y="3441"/>
                </a:lnTo>
                <a:close/>
              </a:path>
              <a:path w="3914775" h="1672589">
                <a:moveTo>
                  <a:pt x="1914525" y="1666240"/>
                </a:moveTo>
                <a:lnTo>
                  <a:pt x="1914067" y="1665122"/>
                </a:lnTo>
                <a:lnTo>
                  <a:pt x="1912200" y="1663255"/>
                </a:lnTo>
                <a:lnTo>
                  <a:pt x="1911083" y="1662785"/>
                </a:lnTo>
                <a:lnTo>
                  <a:pt x="1908454" y="1662785"/>
                </a:lnTo>
                <a:lnTo>
                  <a:pt x="1907336" y="1663255"/>
                </a:lnTo>
                <a:lnTo>
                  <a:pt x="1905469" y="1665122"/>
                </a:lnTo>
                <a:lnTo>
                  <a:pt x="1905000" y="1666240"/>
                </a:lnTo>
                <a:lnTo>
                  <a:pt x="1905000" y="1668868"/>
                </a:lnTo>
                <a:lnTo>
                  <a:pt x="1905469" y="1669986"/>
                </a:lnTo>
                <a:lnTo>
                  <a:pt x="1907336" y="1671853"/>
                </a:lnTo>
                <a:lnTo>
                  <a:pt x="1908454" y="1672310"/>
                </a:lnTo>
                <a:lnTo>
                  <a:pt x="1911083" y="1672310"/>
                </a:lnTo>
                <a:lnTo>
                  <a:pt x="1912200" y="1671853"/>
                </a:lnTo>
                <a:lnTo>
                  <a:pt x="1914067" y="1669986"/>
                </a:lnTo>
                <a:lnTo>
                  <a:pt x="1914525" y="1668868"/>
                </a:lnTo>
                <a:lnTo>
                  <a:pt x="1914525" y="1666240"/>
                </a:lnTo>
                <a:close/>
              </a:path>
              <a:path w="3914775" h="1672589">
                <a:moveTo>
                  <a:pt x="1914525" y="1111973"/>
                </a:moveTo>
                <a:lnTo>
                  <a:pt x="1914067" y="1110856"/>
                </a:lnTo>
                <a:lnTo>
                  <a:pt x="1912200" y="1108989"/>
                </a:lnTo>
                <a:lnTo>
                  <a:pt x="1911083" y="1108532"/>
                </a:lnTo>
                <a:lnTo>
                  <a:pt x="1908454" y="1108532"/>
                </a:lnTo>
                <a:lnTo>
                  <a:pt x="1907336" y="1108989"/>
                </a:lnTo>
                <a:lnTo>
                  <a:pt x="1905469" y="1110856"/>
                </a:lnTo>
                <a:lnTo>
                  <a:pt x="1905000" y="1111973"/>
                </a:lnTo>
                <a:lnTo>
                  <a:pt x="1905000" y="1114602"/>
                </a:lnTo>
                <a:lnTo>
                  <a:pt x="1905469" y="1115733"/>
                </a:lnTo>
                <a:lnTo>
                  <a:pt x="1907336" y="1117587"/>
                </a:lnTo>
                <a:lnTo>
                  <a:pt x="1908454" y="1118057"/>
                </a:lnTo>
                <a:lnTo>
                  <a:pt x="1911083" y="1118057"/>
                </a:lnTo>
                <a:lnTo>
                  <a:pt x="1912200" y="1117587"/>
                </a:lnTo>
                <a:lnTo>
                  <a:pt x="1914067" y="1115733"/>
                </a:lnTo>
                <a:lnTo>
                  <a:pt x="1914525" y="1114602"/>
                </a:lnTo>
                <a:lnTo>
                  <a:pt x="1914525" y="1111973"/>
                </a:lnTo>
                <a:close/>
              </a:path>
              <a:path w="3914775" h="1672589">
                <a:moveTo>
                  <a:pt x="1914525" y="557707"/>
                </a:moveTo>
                <a:lnTo>
                  <a:pt x="1914067" y="556590"/>
                </a:lnTo>
                <a:lnTo>
                  <a:pt x="1912200" y="554723"/>
                </a:lnTo>
                <a:lnTo>
                  <a:pt x="1911083" y="554266"/>
                </a:lnTo>
                <a:lnTo>
                  <a:pt x="1908454" y="554266"/>
                </a:lnTo>
                <a:lnTo>
                  <a:pt x="1907336" y="554723"/>
                </a:lnTo>
                <a:lnTo>
                  <a:pt x="1905469" y="556590"/>
                </a:lnTo>
                <a:lnTo>
                  <a:pt x="1905000" y="557707"/>
                </a:lnTo>
                <a:lnTo>
                  <a:pt x="1905000" y="560336"/>
                </a:lnTo>
                <a:lnTo>
                  <a:pt x="1905469" y="561467"/>
                </a:lnTo>
                <a:lnTo>
                  <a:pt x="1907336" y="563321"/>
                </a:lnTo>
                <a:lnTo>
                  <a:pt x="1908454" y="563791"/>
                </a:lnTo>
                <a:lnTo>
                  <a:pt x="1911083" y="563791"/>
                </a:lnTo>
                <a:lnTo>
                  <a:pt x="1912200" y="563321"/>
                </a:lnTo>
                <a:lnTo>
                  <a:pt x="1914067" y="561467"/>
                </a:lnTo>
                <a:lnTo>
                  <a:pt x="1914525" y="560336"/>
                </a:lnTo>
                <a:lnTo>
                  <a:pt x="1914525" y="557707"/>
                </a:lnTo>
                <a:close/>
              </a:path>
              <a:path w="3914775" h="1672589">
                <a:moveTo>
                  <a:pt x="1914525" y="3441"/>
                </a:moveTo>
                <a:lnTo>
                  <a:pt x="1914067" y="2324"/>
                </a:lnTo>
                <a:lnTo>
                  <a:pt x="1912200" y="469"/>
                </a:lnTo>
                <a:lnTo>
                  <a:pt x="1911083" y="0"/>
                </a:lnTo>
                <a:lnTo>
                  <a:pt x="1908454" y="0"/>
                </a:lnTo>
                <a:lnTo>
                  <a:pt x="1907336" y="469"/>
                </a:lnTo>
                <a:lnTo>
                  <a:pt x="1905469" y="2324"/>
                </a:lnTo>
                <a:lnTo>
                  <a:pt x="1905000" y="3441"/>
                </a:lnTo>
                <a:lnTo>
                  <a:pt x="1905000" y="6070"/>
                </a:lnTo>
                <a:lnTo>
                  <a:pt x="1905469" y="7200"/>
                </a:lnTo>
                <a:lnTo>
                  <a:pt x="1907336" y="9055"/>
                </a:lnTo>
                <a:lnTo>
                  <a:pt x="1908454" y="9525"/>
                </a:lnTo>
                <a:lnTo>
                  <a:pt x="1911083" y="9525"/>
                </a:lnTo>
                <a:lnTo>
                  <a:pt x="1912200" y="9055"/>
                </a:lnTo>
                <a:lnTo>
                  <a:pt x="1914067" y="7200"/>
                </a:lnTo>
                <a:lnTo>
                  <a:pt x="1914525" y="6070"/>
                </a:lnTo>
                <a:lnTo>
                  <a:pt x="1914525" y="3441"/>
                </a:lnTo>
                <a:close/>
              </a:path>
              <a:path w="3914775" h="1672589">
                <a:moveTo>
                  <a:pt x="1962150" y="1666240"/>
                </a:moveTo>
                <a:lnTo>
                  <a:pt x="1961692" y="1665122"/>
                </a:lnTo>
                <a:lnTo>
                  <a:pt x="1959825" y="1663255"/>
                </a:lnTo>
                <a:lnTo>
                  <a:pt x="1958708" y="1662785"/>
                </a:lnTo>
                <a:lnTo>
                  <a:pt x="1956079" y="1662785"/>
                </a:lnTo>
                <a:lnTo>
                  <a:pt x="1954961" y="1663255"/>
                </a:lnTo>
                <a:lnTo>
                  <a:pt x="1953094" y="1665122"/>
                </a:lnTo>
                <a:lnTo>
                  <a:pt x="1952625" y="1666240"/>
                </a:lnTo>
                <a:lnTo>
                  <a:pt x="1952625" y="1668868"/>
                </a:lnTo>
                <a:lnTo>
                  <a:pt x="1953094" y="1669986"/>
                </a:lnTo>
                <a:lnTo>
                  <a:pt x="1954961" y="1671853"/>
                </a:lnTo>
                <a:lnTo>
                  <a:pt x="1956079" y="1672310"/>
                </a:lnTo>
                <a:lnTo>
                  <a:pt x="1958708" y="1672310"/>
                </a:lnTo>
                <a:lnTo>
                  <a:pt x="1959825" y="1671853"/>
                </a:lnTo>
                <a:lnTo>
                  <a:pt x="1961692" y="1669986"/>
                </a:lnTo>
                <a:lnTo>
                  <a:pt x="1962150" y="1668868"/>
                </a:lnTo>
                <a:lnTo>
                  <a:pt x="1962150" y="1666240"/>
                </a:lnTo>
                <a:close/>
              </a:path>
              <a:path w="3914775" h="1672589">
                <a:moveTo>
                  <a:pt x="1962150" y="1111973"/>
                </a:moveTo>
                <a:lnTo>
                  <a:pt x="1961692" y="1110856"/>
                </a:lnTo>
                <a:lnTo>
                  <a:pt x="1959825" y="1108989"/>
                </a:lnTo>
                <a:lnTo>
                  <a:pt x="1958708" y="1108532"/>
                </a:lnTo>
                <a:lnTo>
                  <a:pt x="1956079" y="1108532"/>
                </a:lnTo>
                <a:lnTo>
                  <a:pt x="1954961" y="1108989"/>
                </a:lnTo>
                <a:lnTo>
                  <a:pt x="1953094" y="1110856"/>
                </a:lnTo>
                <a:lnTo>
                  <a:pt x="1952625" y="1111973"/>
                </a:lnTo>
                <a:lnTo>
                  <a:pt x="1952625" y="1114602"/>
                </a:lnTo>
                <a:lnTo>
                  <a:pt x="1953094" y="1115733"/>
                </a:lnTo>
                <a:lnTo>
                  <a:pt x="1954961" y="1117587"/>
                </a:lnTo>
                <a:lnTo>
                  <a:pt x="1956079" y="1118057"/>
                </a:lnTo>
                <a:lnTo>
                  <a:pt x="1958708" y="1118057"/>
                </a:lnTo>
                <a:lnTo>
                  <a:pt x="1959825" y="1117587"/>
                </a:lnTo>
                <a:lnTo>
                  <a:pt x="1961692" y="1115733"/>
                </a:lnTo>
                <a:lnTo>
                  <a:pt x="1962150" y="1114602"/>
                </a:lnTo>
                <a:lnTo>
                  <a:pt x="1962150" y="1111973"/>
                </a:lnTo>
                <a:close/>
              </a:path>
              <a:path w="3914775" h="1672589">
                <a:moveTo>
                  <a:pt x="1962150" y="557707"/>
                </a:moveTo>
                <a:lnTo>
                  <a:pt x="1961692" y="556590"/>
                </a:lnTo>
                <a:lnTo>
                  <a:pt x="1959825" y="554723"/>
                </a:lnTo>
                <a:lnTo>
                  <a:pt x="1958708" y="554266"/>
                </a:lnTo>
                <a:lnTo>
                  <a:pt x="1956079" y="554266"/>
                </a:lnTo>
                <a:lnTo>
                  <a:pt x="1954961" y="554723"/>
                </a:lnTo>
                <a:lnTo>
                  <a:pt x="1953094" y="556590"/>
                </a:lnTo>
                <a:lnTo>
                  <a:pt x="1952625" y="557707"/>
                </a:lnTo>
                <a:lnTo>
                  <a:pt x="1952625" y="560336"/>
                </a:lnTo>
                <a:lnTo>
                  <a:pt x="1953094" y="561467"/>
                </a:lnTo>
                <a:lnTo>
                  <a:pt x="1954961" y="563321"/>
                </a:lnTo>
                <a:lnTo>
                  <a:pt x="1956079" y="563791"/>
                </a:lnTo>
                <a:lnTo>
                  <a:pt x="1958708" y="563791"/>
                </a:lnTo>
                <a:lnTo>
                  <a:pt x="1959825" y="563321"/>
                </a:lnTo>
                <a:lnTo>
                  <a:pt x="1961692" y="561467"/>
                </a:lnTo>
                <a:lnTo>
                  <a:pt x="1962150" y="560336"/>
                </a:lnTo>
                <a:lnTo>
                  <a:pt x="1962150" y="557707"/>
                </a:lnTo>
                <a:close/>
              </a:path>
              <a:path w="3914775" h="1672589">
                <a:moveTo>
                  <a:pt x="1962150" y="3441"/>
                </a:moveTo>
                <a:lnTo>
                  <a:pt x="1961692" y="2324"/>
                </a:lnTo>
                <a:lnTo>
                  <a:pt x="1959825" y="469"/>
                </a:lnTo>
                <a:lnTo>
                  <a:pt x="1958708" y="0"/>
                </a:lnTo>
                <a:lnTo>
                  <a:pt x="1956079" y="0"/>
                </a:lnTo>
                <a:lnTo>
                  <a:pt x="1954961" y="469"/>
                </a:lnTo>
                <a:lnTo>
                  <a:pt x="1953094" y="2324"/>
                </a:lnTo>
                <a:lnTo>
                  <a:pt x="1952625" y="3441"/>
                </a:lnTo>
                <a:lnTo>
                  <a:pt x="1952625" y="6070"/>
                </a:lnTo>
                <a:lnTo>
                  <a:pt x="1953094" y="7200"/>
                </a:lnTo>
                <a:lnTo>
                  <a:pt x="1954961" y="9055"/>
                </a:lnTo>
                <a:lnTo>
                  <a:pt x="1956079" y="9525"/>
                </a:lnTo>
                <a:lnTo>
                  <a:pt x="1958708" y="9525"/>
                </a:lnTo>
                <a:lnTo>
                  <a:pt x="1959825" y="9055"/>
                </a:lnTo>
                <a:lnTo>
                  <a:pt x="1961692" y="7200"/>
                </a:lnTo>
                <a:lnTo>
                  <a:pt x="1962150" y="6070"/>
                </a:lnTo>
                <a:lnTo>
                  <a:pt x="1962150" y="3441"/>
                </a:lnTo>
                <a:close/>
              </a:path>
              <a:path w="3914775" h="1672589">
                <a:moveTo>
                  <a:pt x="2009775" y="1666240"/>
                </a:moveTo>
                <a:lnTo>
                  <a:pt x="2009317" y="1665122"/>
                </a:lnTo>
                <a:lnTo>
                  <a:pt x="2007450" y="1663255"/>
                </a:lnTo>
                <a:lnTo>
                  <a:pt x="2006333" y="1662785"/>
                </a:lnTo>
                <a:lnTo>
                  <a:pt x="2003704" y="1662785"/>
                </a:lnTo>
                <a:lnTo>
                  <a:pt x="2002586" y="1663255"/>
                </a:lnTo>
                <a:lnTo>
                  <a:pt x="2000719" y="1665122"/>
                </a:lnTo>
                <a:lnTo>
                  <a:pt x="2000250" y="1666240"/>
                </a:lnTo>
                <a:lnTo>
                  <a:pt x="2000250" y="1668868"/>
                </a:lnTo>
                <a:lnTo>
                  <a:pt x="2000719" y="1669986"/>
                </a:lnTo>
                <a:lnTo>
                  <a:pt x="2002586" y="1671853"/>
                </a:lnTo>
                <a:lnTo>
                  <a:pt x="2003704" y="1672310"/>
                </a:lnTo>
                <a:lnTo>
                  <a:pt x="2006333" y="1672310"/>
                </a:lnTo>
                <a:lnTo>
                  <a:pt x="2007450" y="1671853"/>
                </a:lnTo>
                <a:lnTo>
                  <a:pt x="2009317" y="1669986"/>
                </a:lnTo>
                <a:lnTo>
                  <a:pt x="2009775" y="1668868"/>
                </a:lnTo>
                <a:lnTo>
                  <a:pt x="2009775" y="1666240"/>
                </a:lnTo>
                <a:close/>
              </a:path>
              <a:path w="3914775" h="1672589">
                <a:moveTo>
                  <a:pt x="2009775" y="1111973"/>
                </a:moveTo>
                <a:lnTo>
                  <a:pt x="2009317" y="1110856"/>
                </a:lnTo>
                <a:lnTo>
                  <a:pt x="2007450" y="1108989"/>
                </a:lnTo>
                <a:lnTo>
                  <a:pt x="2006333" y="1108532"/>
                </a:lnTo>
                <a:lnTo>
                  <a:pt x="2003704" y="1108532"/>
                </a:lnTo>
                <a:lnTo>
                  <a:pt x="2002586" y="1108989"/>
                </a:lnTo>
                <a:lnTo>
                  <a:pt x="2000719" y="1110856"/>
                </a:lnTo>
                <a:lnTo>
                  <a:pt x="2000250" y="1111973"/>
                </a:lnTo>
                <a:lnTo>
                  <a:pt x="2000250" y="1114602"/>
                </a:lnTo>
                <a:lnTo>
                  <a:pt x="2000719" y="1115733"/>
                </a:lnTo>
                <a:lnTo>
                  <a:pt x="2002586" y="1117587"/>
                </a:lnTo>
                <a:lnTo>
                  <a:pt x="2003704" y="1118057"/>
                </a:lnTo>
                <a:lnTo>
                  <a:pt x="2006333" y="1118057"/>
                </a:lnTo>
                <a:lnTo>
                  <a:pt x="2007450" y="1117587"/>
                </a:lnTo>
                <a:lnTo>
                  <a:pt x="2009317" y="1115733"/>
                </a:lnTo>
                <a:lnTo>
                  <a:pt x="2009775" y="1114602"/>
                </a:lnTo>
                <a:lnTo>
                  <a:pt x="2009775" y="1111973"/>
                </a:lnTo>
                <a:close/>
              </a:path>
              <a:path w="3914775" h="1672589">
                <a:moveTo>
                  <a:pt x="2009775" y="557707"/>
                </a:moveTo>
                <a:lnTo>
                  <a:pt x="2009317" y="556590"/>
                </a:lnTo>
                <a:lnTo>
                  <a:pt x="2007450" y="554723"/>
                </a:lnTo>
                <a:lnTo>
                  <a:pt x="2006333" y="554266"/>
                </a:lnTo>
                <a:lnTo>
                  <a:pt x="2003704" y="554266"/>
                </a:lnTo>
                <a:lnTo>
                  <a:pt x="2002586" y="554723"/>
                </a:lnTo>
                <a:lnTo>
                  <a:pt x="2000719" y="556590"/>
                </a:lnTo>
                <a:lnTo>
                  <a:pt x="2000250" y="557707"/>
                </a:lnTo>
                <a:lnTo>
                  <a:pt x="2000250" y="560336"/>
                </a:lnTo>
                <a:lnTo>
                  <a:pt x="2000719" y="561467"/>
                </a:lnTo>
                <a:lnTo>
                  <a:pt x="2002586" y="563321"/>
                </a:lnTo>
                <a:lnTo>
                  <a:pt x="2003704" y="563791"/>
                </a:lnTo>
                <a:lnTo>
                  <a:pt x="2006333" y="563791"/>
                </a:lnTo>
                <a:lnTo>
                  <a:pt x="2007450" y="563321"/>
                </a:lnTo>
                <a:lnTo>
                  <a:pt x="2009317" y="561467"/>
                </a:lnTo>
                <a:lnTo>
                  <a:pt x="2009775" y="560336"/>
                </a:lnTo>
                <a:lnTo>
                  <a:pt x="2009775" y="557707"/>
                </a:lnTo>
                <a:close/>
              </a:path>
              <a:path w="3914775" h="1672589">
                <a:moveTo>
                  <a:pt x="2009775" y="3441"/>
                </a:moveTo>
                <a:lnTo>
                  <a:pt x="2009317" y="2324"/>
                </a:lnTo>
                <a:lnTo>
                  <a:pt x="2007450" y="469"/>
                </a:lnTo>
                <a:lnTo>
                  <a:pt x="2006333" y="0"/>
                </a:lnTo>
                <a:lnTo>
                  <a:pt x="2003704" y="0"/>
                </a:lnTo>
                <a:lnTo>
                  <a:pt x="2002586" y="469"/>
                </a:lnTo>
                <a:lnTo>
                  <a:pt x="2000719" y="2324"/>
                </a:lnTo>
                <a:lnTo>
                  <a:pt x="2000250" y="3441"/>
                </a:lnTo>
                <a:lnTo>
                  <a:pt x="2000250" y="6070"/>
                </a:lnTo>
                <a:lnTo>
                  <a:pt x="2000719" y="7200"/>
                </a:lnTo>
                <a:lnTo>
                  <a:pt x="2002586" y="9055"/>
                </a:lnTo>
                <a:lnTo>
                  <a:pt x="2003704" y="9525"/>
                </a:lnTo>
                <a:lnTo>
                  <a:pt x="2006333" y="9525"/>
                </a:lnTo>
                <a:lnTo>
                  <a:pt x="2007450" y="9055"/>
                </a:lnTo>
                <a:lnTo>
                  <a:pt x="2009317" y="7200"/>
                </a:lnTo>
                <a:lnTo>
                  <a:pt x="2009775" y="6070"/>
                </a:lnTo>
                <a:lnTo>
                  <a:pt x="2009775" y="3441"/>
                </a:lnTo>
                <a:close/>
              </a:path>
              <a:path w="3914775" h="1672589">
                <a:moveTo>
                  <a:pt x="2057400" y="1666240"/>
                </a:moveTo>
                <a:lnTo>
                  <a:pt x="2056942" y="1665122"/>
                </a:lnTo>
                <a:lnTo>
                  <a:pt x="2055075" y="1663255"/>
                </a:lnTo>
                <a:lnTo>
                  <a:pt x="2053958" y="1662785"/>
                </a:lnTo>
                <a:lnTo>
                  <a:pt x="2051329" y="1662785"/>
                </a:lnTo>
                <a:lnTo>
                  <a:pt x="2050211" y="1663255"/>
                </a:lnTo>
                <a:lnTo>
                  <a:pt x="2048344" y="1665122"/>
                </a:lnTo>
                <a:lnTo>
                  <a:pt x="2047875" y="1666240"/>
                </a:lnTo>
                <a:lnTo>
                  <a:pt x="2047875" y="1668868"/>
                </a:lnTo>
                <a:lnTo>
                  <a:pt x="2048344" y="1669986"/>
                </a:lnTo>
                <a:lnTo>
                  <a:pt x="2050211" y="1671853"/>
                </a:lnTo>
                <a:lnTo>
                  <a:pt x="2051329" y="1672310"/>
                </a:lnTo>
                <a:lnTo>
                  <a:pt x="2053958" y="1672310"/>
                </a:lnTo>
                <a:lnTo>
                  <a:pt x="2055075" y="1671853"/>
                </a:lnTo>
                <a:lnTo>
                  <a:pt x="2056942" y="1669986"/>
                </a:lnTo>
                <a:lnTo>
                  <a:pt x="2057400" y="1668868"/>
                </a:lnTo>
                <a:lnTo>
                  <a:pt x="2057400" y="1666240"/>
                </a:lnTo>
                <a:close/>
              </a:path>
              <a:path w="3914775" h="1672589">
                <a:moveTo>
                  <a:pt x="2057400" y="1111973"/>
                </a:moveTo>
                <a:lnTo>
                  <a:pt x="2056942" y="1110856"/>
                </a:lnTo>
                <a:lnTo>
                  <a:pt x="2055075" y="1108989"/>
                </a:lnTo>
                <a:lnTo>
                  <a:pt x="2053958" y="1108532"/>
                </a:lnTo>
                <a:lnTo>
                  <a:pt x="2051329" y="1108532"/>
                </a:lnTo>
                <a:lnTo>
                  <a:pt x="2050211" y="1108989"/>
                </a:lnTo>
                <a:lnTo>
                  <a:pt x="2048344" y="1110856"/>
                </a:lnTo>
                <a:lnTo>
                  <a:pt x="2047875" y="1111973"/>
                </a:lnTo>
                <a:lnTo>
                  <a:pt x="2047875" y="1114602"/>
                </a:lnTo>
                <a:lnTo>
                  <a:pt x="2048344" y="1115733"/>
                </a:lnTo>
                <a:lnTo>
                  <a:pt x="2050211" y="1117587"/>
                </a:lnTo>
                <a:lnTo>
                  <a:pt x="2051329" y="1118057"/>
                </a:lnTo>
                <a:lnTo>
                  <a:pt x="2053958" y="1118057"/>
                </a:lnTo>
                <a:lnTo>
                  <a:pt x="2055075" y="1117587"/>
                </a:lnTo>
                <a:lnTo>
                  <a:pt x="2056942" y="1115733"/>
                </a:lnTo>
                <a:lnTo>
                  <a:pt x="2057400" y="1114602"/>
                </a:lnTo>
                <a:lnTo>
                  <a:pt x="2057400" y="1111973"/>
                </a:lnTo>
                <a:close/>
              </a:path>
              <a:path w="3914775" h="1672589">
                <a:moveTo>
                  <a:pt x="2057400" y="557707"/>
                </a:moveTo>
                <a:lnTo>
                  <a:pt x="2056942" y="556590"/>
                </a:lnTo>
                <a:lnTo>
                  <a:pt x="2055075" y="554723"/>
                </a:lnTo>
                <a:lnTo>
                  <a:pt x="2053958" y="554266"/>
                </a:lnTo>
                <a:lnTo>
                  <a:pt x="2051329" y="554266"/>
                </a:lnTo>
                <a:lnTo>
                  <a:pt x="2050211" y="554723"/>
                </a:lnTo>
                <a:lnTo>
                  <a:pt x="2048344" y="556590"/>
                </a:lnTo>
                <a:lnTo>
                  <a:pt x="2047875" y="557707"/>
                </a:lnTo>
                <a:lnTo>
                  <a:pt x="2047875" y="560336"/>
                </a:lnTo>
                <a:lnTo>
                  <a:pt x="2048344" y="561467"/>
                </a:lnTo>
                <a:lnTo>
                  <a:pt x="2050211" y="563321"/>
                </a:lnTo>
                <a:lnTo>
                  <a:pt x="2051329" y="563791"/>
                </a:lnTo>
                <a:lnTo>
                  <a:pt x="2053958" y="563791"/>
                </a:lnTo>
                <a:lnTo>
                  <a:pt x="2055075" y="563321"/>
                </a:lnTo>
                <a:lnTo>
                  <a:pt x="2056942" y="561467"/>
                </a:lnTo>
                <a:lnTo>
                  <a:pt x="2057400" y="560336"/>
                </a:lnTo>
                <a:lnTo>
                  <a:pt x="2057400" y="557707"/>
                </a:lnTo>
                <a:close/>
              </a:path>
              <a:path w="3914775" h="1672589">
                <a:moveTo>
                  <a:pt x="2057400" y="3441"/>
                </a:moveTo>
                <a:lnTo>
                  <a:pt x="2056942" y="2324"/>
                </a:lnTo>
                <a:lnTo>
                  <a:pt x="2055075" y="469"/>
                </a:lnTo>
                <a:lnTo>
                  <a:pt x="2053958" y="0"/>
                </a:lnTo>
                <a:lnTo>
                  <a:pt x="2051329" y="0"/>
                </a:lnTo>
                <a:lnTo>
                  <a:pt x="2050211" y="469"/>
                </a:lnTo>
                <a:lnTo>
                  <a:pt x="2048344" y="2324"/>
                </a:lnTo>
                <a:lnTo>
                  <a:pt x="2047875" y="3441"/>
                </a:lnTo>
                <a:lnTo>
                  <a:pt x="2047875" y="6070"/>
                </a:lnTo>
                <a:lnTo>
                  <a:pt x="2048344" y="7200"/>
                </a:lnTo>
                <a:lnTo>
                  <a:pt x="2050211" y="9055"/>
                </a:lnTo>
                <a:lnTo>
                  <a:pt x="2051329" y="9525"/>
                </a:lnTo>
                <a:lnTo>
                  <a:pt x="2053958" y="9525"/>
                </a:lnTo>
                <a:lnTo>
                  <a:pt x="2055075" y="9055"/>
                </a:lnTo>
                <a:lnTo>
                  <a:pt x="2056942" y="7200"/>
                </a:lnTo>
                <a:lnTo>
                  <a:pt x="2057400" y="6070"/>
                </a:lnTo>
                <a:lnTo>
                  <a:pt x="2057400" y="3441"/>
                </a:lnTo>
                <a:close/>
              </a:path>
              <a:path w="3914775" h="1672589">
                <a:moveTo>
                  <a:pt x="2105025" y="1666240"/>
                </a:moveTo>
                <a:lnTo>
                  <a:pt x="2104567" y="1665122"/>
                </a:lnTo>
                <a:lnTo>
                  <a:pt x="2102700" y="1663255"/>
                </a:lnTo>
                <a:lnTo>
                  <a:pt x="2101583" y="1662785"/>
                </a:lnTo>
                <a:lnTo>
                  <a:pt x="2098954" y="1662785"/>
                </a:lnTo>
                <a:lnTo>
                  <a:pt x="2097836" y="1663255"/>
                </a:lnTo>
                <a:lnTo>
                  <a:pt x="2095969" y="1665122"/>
                </a:lnTo>
                <a:lnTo>
                  <a:pt x="2095500" y="1666240"/>
                </a:lnTo>
                <a:lnTo>
                  <a:pt x="2095500" y="1668868"/>
                </a:lnTo>
                <a:lnTo>
                  <a:pt x="2095969" y="1669986"/>
                </a:lnTo>
                <a:lnTo>
                  <a:pt x="2097836" y="1671853"/>
                </a:lnTo>
                <a:lnTo>
                  <a:pt x="2098954" y="1672310"/>
                </a:lnTo>
                <a:lnTo>
                  <a:pt x="2101583" y="1672310"/>
                </a:lnTo>
                <a:lnTo>
                  <a:pt x="2102700" y="1671853"/>
                </a:lnTo>
                <a:lnTo>
                  <a:pt x="2104567" y="1669986"/>
                </a:lnTo>
                <a:lnTo>
                  <a:pt x="2105025" y="1668868"/>
                </a:lnTo>
                <a:lnTo>
                  <a:pt x="2105025" y="1666240"/>
                </a:lnTo>
                <a:close/>
              </a:path>
              <a:path w="3914775" h="1672589">
                <a:moveTo>
                  <a:pt x="2105025" y="1111973"/>
                </a:moveTo>
                <a:lnTo>
                  <a:pt x="2104567" y="1110856"/>
                </a:lnTo>
                <a:lnTo>
                  <a:pt x="2102700" y="1108989"/>
                </a:lnTo>
                <a:lnTo>
                  <a:pt x="2101583" y="1108532"/>
                </a:lnTo>
                <a:lnTo>
                  <a:pt x="2098954" y="1108532"/>
                </a:lnTo>
                <a:lnTo>
                  <a:pt x="2097836" y="1108989"/>
                </a:lnTo>
                <a:lnTo>
                  <a:pt x="2095969" y="1110856"/>
                </a:lnTo>
                <a:lnTo>
                  <a:pt x="2095500" y="1111973"/>
                </a:lnTo>
                <a:lnTo>
                  <a:pt x="2095500" y="1114602"/>
                </a:lnTo>
                <a:lnTo>
                  <a:pt x="2095969" y="1115733"/>
                </a:lnTo>
                <a:lnTo>
                  <a:pt x="2097836" y="1117587"/>
                </a:lnTo>
                <a:lnTo>
                  <a:pt x="2098954" y="1118057"/>
                </a:lnTo>
                <a:lnTo>
                  <a:pt x="2101583" y="1118057"/>
                </a:lnTo>
                <a:lnTo>
                  <a:pt x="2102700" y="1117587"/>
                </a:lnTo>
                <a:lnTo>
                  <a:pt x="2104567" y="1115733"/>
                </a:lnTo>
                <a:lnTo>
                  <a:pt x="2105025" y="1114602"/>
                </a:lnTo>
                <a:lnTo>
                  <a:pt x="2105025" y="1111973"/>
                </a:lnTo>
                <a:close/>
              </a:path>
              <a:path w="3914775" h="1672589">
                <a:moveTo>
                  <a:pt x="2105025" y="557707"/>
                </a:moveTo>
                <a:lnTo>
                  <a:pt x="2104567" y="556590"/>
                </a:lnTo>
                <a:lnTo>
                  <a:pt x="2102700" y="554723"/>
                </a:lnTo>
                <a:lnTo>
                  <a:pt x="2101583" y="554266"/>
                </a:lnTo>
                <a:lnTo>
                  <a:pt x="2098954" y="554266"/>
                </a:lnTo>
                <a:lnTo>
                  <a:pt x="2097836" y="554723"/>
                </a:lnTo>
                <a:lnTo>
                  <a:pt x="2095969" y="556590"/>
                </a:lnTo>
                <a:lnTo>
                  <a:pt x="2095500" y="557707"/>
                </a:lnTo>
                <a:lnTo>
                  <a:pt x="2095500" y="560336"/>
                </a:lnTo>
                <a:lnTo>
                  <a:pt x="2095969" y="561467"/>
                </a:lnTo>
                <a:lnTo>
                  <a:pt x="2097836" y="563321"/>
                </a:lnTo>
                <a:lnTo>
                  <a:pt x="2098954" y="563791"/>
                </a:lnTo>
                <a:lnTo>
                  <a:pt x="2101583" y="563791"/>
                </a:lnTo>
                <a:lnTo>
                  <a:pt x="2102700" y="563321"/>
                </a:lnTo>
                <a:lnTo>
                  <a:pt x="2104567" y="561467"/>
                </a:lnTo>
                <a:lnTo>
                  <a:pt x="2105025" y="560336"/>
                </a:lnTo>
                <a:lnTo>
                  <a:pt x="2105025" y="557707"/>
                </a:lnTo>
                <a:close/>
              </a:path>
              <a:path w="3914775" h="1672589">
                <a:moveTo>
                  <a:pt x="2105025" y="3441"/>
                </a:moveTo>
                <a:lnTo>
                  <a:pt x="2104567" y="2324"/>
                </a:lnTo>
                <a:lnTo>
                  <a:pt x="2102700" y="469"/>
                </a:lnTo>
                <a:lnTo>
                  <a:pt x="2101583" y="0"/>
                </a:lnTo>
                <a:lnTo>
                  <a:pt x="2098954" y="0"/>
                </a:lnTo>
                <a:lnTo>
                  <a:pt x="2097836" y="469"/>
                </a:lnTo>
                <a:lnTo>
                  <a:pt x="2095969" y="2324"/>
                </a:lnTo>
                <a:lnTo>
                  <a:pt x="2095500" y="3441"/>
                </a:lnTo>
                <a:lnTo>
                  <a:pt x="2095500" y="6070"/>
                </a:lnTo>
                <a:lnTo>
                  <a:pt x="2095969" y="7200"/>
                </a:lnTo>
                <a:lnTo>
                  <a:pt x="2097836" y="9055"/>
                </a:lnTo>
                <a:lnTo>
                  <a:pt x="2098954" y="9525"/>
                </a:lnTo>
                <a:lnTo>
                  <a:pt x="2101583" y="9525"/>
                </a:lnTo>
                <a:lnTo>
                  <a:pt x="2102700" y="9055"/>
                </a:lnTo>
                <a:lnTo>
                  <a:pt x="2104567" y="7200"/>
                </a:lnTo>
                <a:lnTo>
                  <a:pt x="2105025" y="6070"/>
                </a:lnTo>
                <a:lnTo>
                  <a:pt x="2105025" y="3441"/>
                </a:lnTo>
                <a:close/>
              </a:path>
              <a:path w="3914775" h="1672589">
                <a:moveTo>
                  <a:pt x="2152650" y="1666240"/>
                </a:moveTo>
                <a:lnTo>
                  <a:pt x="2152192" y="1665122"/>
                </a:lnTo>
                <a:lnTo>
                  <a:pt x="2150326" y="1663255"/>
                </a:lnTo>
                <a:lnTo>
                  <a:pt x="2149208" y="1662785"/>
                </a:lnTo>
                <a:lnTo>
                  <a:pt x="2146579" y="1662785"/>
                </a:lnTo>
                <a:lnTo>
                  <a:pt x="2145461" y="1663255"/>
                </a:lnTo>
                <a:lnTo>
                  <a:pt x="2143595" y="1665122"/>
                </a:lnTo>
                <a:lnTo>
                  <a:pt x="2143125" y="1666240"/>
                </a:lnTo>
                <a:lnTo>
                  <a:pt x="2143125" y="1668868"/>
                </a:lnTo>
                <a:lnTo>
                  <a:pt x="2143595" y="1669986"/>
                </a:lnTo>
                <a:lnTo>
                  <a:pt x="2145461" y="1671853"/>
                </a:lnTo>
                <a:lnTo>
                  <a:pt x="2146579" y="1672310"/>
                </a:lnTo>
                <a:lnTo>
                  <a:pt x="2149208" y="1672310"/>
                </a:lnTo>
                <a:lnTo>
                  <a:pt x="2150326" y="1671853"/>
                </a:lnTo>
                <a:lnTo>
                  <a:pt x="2152192" y="1669986"/>
                </a:lnTo>
                <a:lnTo>
                  <a:pt x="2152650" y="1668868"/>
                </a:lnTo>
                <a:lnTo>
                  <a:pt x="2152650" y="1666240"/>
                </a:lnTo>
                <a:close/>
              </a:path>
              <a:path w="3914775" h="1672589">
                <a:moveTo>
                  <a:pt x="2152650" y="1111973"/>
                </a:moveTo>
                <a:lnTo>
                  <a:pt x="2152192" y="1110856"/>
                </a:lnTo>
                <a:lnTo>
                  <a:pt x="2150326" y="1108989"/>
                </a:lnTo>
                <a:lnTo>
                  <a:pt x="2149208" y="1108532"/>
                </a:lnTo>
                <a:lnTo>
                  <a:pt x="2146579" y="1108532"/>
                </a:lnTo>
                <a:lnTo>
                  <a:pt x="2145461" y="1108989"/>
                </a:lnTo>
                <a:lnTo>
                  <a:pt x="2143595" y="1110856"/>
                </a:lnTo>
                <a:lnTo>
                  <a:pt x="2143125" y="1111973"/>
                </a:lnTo>
                <a:lnTo>
                  <a:pt x="2143125" y="1114602"/>
                </a:lnTo>
                <a:lnTo>
                  <a:pt x="2143595" y="1115733"/>
                </a:lnTo>
                <a:lnTo>
                  <a:pt x="2145461" y="1117587"/>
                </a:lnTo>
                <a:lnTo>
                  <a:pt x="2146579" y="1118057"/>
                </a:lnTo>
                <a:lnTo>
                  <a:pt x="2149208" y="1118057"/>
                </a:lnTo>
                <a:lnTo>
                  <a:pt x="2150326" y="1117587"/>
                </a:lnTo>
                <a:lnTo>
                  <a:pt x="2152192" y="1115733"/>
                </a:lnTo>
                <a:lnTo>
                  <a:pt x="2152650" y="1114602"/>
                </a:lnTo>
                <a:lnTo>
                  <a:pt x="2152650" y="1111973"/>
                </a:lnTo>
                <a:close/>
              </a:path>
              <a:path w="3914775" h="1672589">
                <a:moveTo>
                  <a:pt x="2152650" y="557707"/>
                </a:moveTo>
                <a:lnTo>
                  <a:pt x="2152192" y="556590"/>
                </a:lnTo>
                <a:lnTo>
                  <a:pt x="2150326" y="554723"/>
                </a:lnTo>
                <a:lnTo>
                  <a:pt x="2149208" y="554266"/>
                </a:lnTo>
                <a:lnTo>
                  <a:pt x="2146579" y="554266"/>
                </a:lnTo>
                <a:lnTo>
                  <a:pt x="2145461" y="554723"/>
                </a:lnTo>
                <a:lnTo>
                  <a:pt x="2143595" y="556590"/>
                </a:lnTo>
                <a:lnTo>
                  <a:pt x="2143125" y="557707"/>
                </a:lnTo>
                <a:lnTo>
                  <a:pt x="2143125" y="560336"/>
                </a:lnTo>
                <a:lnTo>
                  <a:pt x="2143595" y="561467"/>
                </a:lnTo>
                <a:lnTo>
                  <a:pt x="2145461" y="563321"/>
                </a:lnTo>
                <a:lnTo>
                  <a:pt x="2146579" y="563791"/>
                </a:lnTo>
                <a:lnTo>
                  <a:pt x="2149208" y="563791"/>
                </a:lnTo>
                <a:lnTo>
                  <a:pt x="2150326" y="563321"/>
                </a:lnTo>
                <a:lnTo>
                  <a:pt x="2152192" y="561467"/>
                </a:lnTo>
                <a:lnTo>
                  <a:pt x="2152650" y="560336"/>
                </a:lnTo>
                <a:lnTo>
                  <a:pt x="2152650" y="557707"/>
                </a:lnTo>
                <a:close/>
              </a:path>
              <a:path w="3914775" h="1672589">
                <a:moveTo>
                  <a:pt x="2152650" y="3441"/>
                </a:moveTo>
                <a:lnTo>
                  <a:pt x="2152192" y="2324"/>
                </a:lnTo>
                <a:lnTo>
                  <a:pt x="2150326" y="469"/>
                </a:lnTo>
                <a:lnTo>
                  <a:pt x="2149208" y="0"/>
                </a:lnTo>
                <a:lnTo>
                  <a:pt x="2146579" y="0"/>
                </a:lnTo>
                <a:lnTo>
                  <a:pt x="2145461" y="469"/>
                </a:lnTo>
                <a:lnTo>
                  <a:pt x="2143595" y="2324"/>
                </a:lnTo>
                <a:lnTo>
                  <a:pt x="2143125" y="3441"/>
                </a:lnTo>
                <a:lnTo>
                  <a:pt x="2143125" y="6070"/>
                </a:lnTo>
                <a:lnTo>
                  <a:pt x="2143595" y="7200"/>
                </a:lnTo>
                <a:lnTo>
                  <a:pt x="2145461" y="9055"/>
                </a:lnTo>
                <a:lnTo>
                  <a:pt x="2146579" y="9525"/>
                </a:lnTo>
                <a:lnTo>
                  <a:pt x="2149208" y="9525"/>
                </a:lnTo>
                <a:lnTo>
                  <a:pt x="2150326" y="9055"/>
                </a:lnTo>
                <a:lnTo>
                  <a:pt x="2152192" y="7200"/>
                </a:lnTo>
                <a:lnTo>
                  <a:pt x="2152650" y="6070"/>
                </a:lnTo>
                <a:lnTo>
                  <a:pt x="2152650" y="3441"/>
                </a:lnTo>
                <a:close/>
              </a:path>
              <a:path w="3914775" h="1672589">
                <a:moveTo>
                  <a:pt x="2200275" y="1666240"/>
                </a:moveTo>
                <a:lnTo>
                  <a:pt x="2199817" y="1665122"/>
                </a:lnTo>
                <a:lnTo>
                  <a:pt x="2197951" y="1663255"/>
                </a:lnTo>
                <a:lnTo>
                  <a:pt x="2196833" y="1662785"/>
                </a:lnTo>
                <a:lnTo>
                  <a:pt x="2194204" y="1662785"/>
                </a:lnTo>
                <a:lnTo>
                  <a:pt x="2193086" y="1663255"/>
                </a:lnTo>
                <a:lnTo>
                  <a:pt x="2191220" y="1665122"/>
                </a:lnTo>
                <a:lnTo>
                  <a:pt x="2190750" y="1666240"/>
                </a:lnTo>
                <a:lnTo>
                  <a:pt x="2190750" y="1668868"/>
                </a:lnTo>
                <a:lnTo>
                  <a:pt x="2191220" y="1669986"/>
                </a:lnTo>
                <a:lnTo>
                  <a:pt x="2193086" y="1671853"/>
                </a:lnTo>
                <a:lnTo>
                  <a:pt x="2194204" y="1672310"/>
                </a:lnTo>
                <a:lnTo>
                  <a:pt x="2196833" y="1672310"/>
                </a:lnTo>
                <a:lnTo>
                  <a:pt x="2197951" y="1671853"/>
                </a:lnTo>
                <a:lnTo>
                  <a:pt x="2199817" y="1669986"/>
                </a:lnTo>
                <a:lnTo>
                  <a:pt x="2200275" y="1668868"/>
                </a:lnTo>
                <a:lnTo>
                  <a:pt x="2200275" y="1666240"/>
                </a:lnTo>
                <a:close/>
              </a:path>
              <a:path w="3914775" h="1672589">
                <a:moveTo>
                  <a:pt x="2200275" y="1111973"/>
                </a:moveTo>
                <a:lnTo>
                  <a:pt x="2199817" y="1110856"/>
                </a:lnTo>
                <a:lnTo>
                  <a:pt x="2197951" y="1108989"/>
                </a:lnTo>
                <a:lnTo>
                  <a:pt x="2196833" y="1108532"/>
                </a:lnTo>
                <a:lnTo>
                  <a:pt x="2194204" y="1108532"/>
                </a:lnTo>
                <a:lnTo>
                  <a:pt x="2193086" y="1108989"/>
                </a:lnTo>
                <a:lnTo>
                  <a:pt x="2191220" y="1110856"/>
                </a:lnTo>
                <a:lnTo>
                  <a:pt x="2190750" y="1111973"/>
                </a:lnTo>
                <a:lnTo>
                  <a:pt x="2190750" y="1114602"/>
                </a:lnTo>
                <a:lnTo>
                  <a:pt x="2191220" y="1115733"/>
                </a:lnTo>
                <a:lnTo>
                  <a:pt x="2193086" y="1117587"/>
                </a:lnTo>
                <a:lnTo>
                  <a:pt x="2194204" y="1118057"/>
                </a:lnTo>
                <a:lnTo>
                  <a:pt x="2196833" y="1118057"/>
                </a:lnTo>
                <a:lnTo>
                  <a:pt x="2197951" y="1117587"/>
                </a:lnTo>
                <a:lnTo>
                  <a:pt x="2199817" y="1115733"/>
                </a:lnTo>
                <a:lnTo>
                  <a:pt x="2200275" y="1114602"/>
                </a:lnTo>
                <a:lnTo>
                  <a:pt x="2200275" y="1111973"/>
                </a:lnTo>
                <a:close/>
              </a:path>
              <a:path w="3914775" h="1672589">
                <a:moveTo>
                  <a:pt x="2200275" y="557707"/>
                </a:moveTo>
                <a:lnTo>
                  <a:pt x="2199817" y="556590"/>
                </a:lnTo>
                <a:lnTo>
                  <a:pt x="2197951" y="554723"/>
                </a:lnTo>
                <a:lnTo>
                  <a:pt x="2196833" y="554266"/>
                </a:lnTo>
                <a:lnTo>
                  <a:pt x="2194204" y="554266"/>
                </a:lnTo>
                <a:lnTo>
                  <a:pt x="2193086" y="554723"/>
                </a:lnTo>
                <a:lnTo>
                  <a:pt x="2191220" y="556590"/>
                </a:lnTo>
                <a:lnTo>
                  <a:pt x="2190750" y="557707"/>
                </a:lnTo>
                <a:lnTo>
                  <a:pt x="2190750" y="560336"/>
                </a:lnTo>
                <a:lnTo>
                  <a:pt x="2191220" y="561467"/>
                </a:lnTo>
                <a:lnTo>
                  <a:pt x="2193086" y="563321"/>
                </a:lnTo>
                <a:lnTo>
                  <a:pt x="2194204" y="563791"/>
                </a:lnTo>
                <a:lnTo>
                  <a:pt x="2196833" y="563791"/>
                </a:lnTo>
                <a:lnTo>
                  <a:pt x="2197951" y="563321"/>
                </a:lnTo>
                <a:lnTo>
                  <a:pt x="2199817" y="561467"/>
                </a:lnTo>
                <a:lnTo>
                  <a:pt x="2200275" y="560336"/>
                </a:lnTo>
                <a:lnTo>
                  <a:pt x="2200275" y="557707"/>
                </a:lnTo>
                <a:close/>
              </a:path>
              <a:path w="3914775" h="1672589">
                <a:moveTo>
                  <a:pt x="2200275" y="3441"/>
                </a:moveTo>
                <a:lnTo>
                  <a:pt x="2199817" y="2324"/>
                </a:lnTo>
                <a:lnTo>
                  <a:pt x="2197951" y="469"/>
                </a:lnTo>
                <a:lnTo>
                  <a:pt x="2196833" y="0"/>
                </a:lnTo>
                <a:lnTo>
                  <a:pt x="2194204" y="0"/>
                </a:lnTo>
                <a:lnTo>
                  <a:pt x="2193086" y="469"/>
                </a:lnTo>
                <a:lnTo>
                  <a:pt x="2191220" y="2324"/>
                </a:lnTo>
                <a:lnTo>
                  <a:pt x="2190750" y="3441"/>
                </a:lnTo>
                <a:lnTo>
                  <a:pt x="2190750" y="6070"/>
                </a:lnTo>
                <a:lnTo>
                  <a:pt x="2191220" y="7200"/>
                </a:lnTo>
                <a:lnTo>
                  <a:pt x="2193086" y="9055"/>
                </a:lnTo>
                <a:lnTo>
                  <a:pt x="2194204" y="9525"/>
                </a:lnTo>
                <a:lnTo>
                  <a:pt x="2196833" y="9525"/>
                </a:lnTo>
                <a:lnTo>
                  <a:pt x="2197951" y="9055"/>
                </a:lnTo>
                <a:lnTo>
                  <a:pt x="2199817" y="7200"/>
                </a:lnTo>
                <a:lnTo>
                  <a:pt x="2200275" y="6070"/>
                </a:lnTo>
                <a:lnTo>
                  <a:pt x="2200275" y="3441"/>
                </a:lnTo>
                <a:close/>
              </a:path>
              <a:path w="3914775" h="1672589">
                <a:moveTo>
                  <a:pt x="2247900" y="1666240"/>
                </a:moveTo>
                <a:lnTo>
                  <a:pt x="2247442" y="1665122"/>
                </a:lnTo>
                <a:lnTo>
                  <a:pt x="2245576" y="1663255"/>
                </a:lnTo>
                <a:lnTo>
                  <a:pt x="2244458" y="1662785"/>
                </a:lnTo>
                <a:lnTo>
                  <a:pt x="2241829" y="1662785"/>
                </a:lnTo>
                <a:lnTo>
                  <a:pt x="2240711" y="1663255"/>
                </a:lnTo>
                <a:lnTo>
                  <a:pt x="2238845" y="1665122"/>
                </a:lnTo>
                <a:lnTo>
                  <a:pt x="2238375" y="1666240"/>
                </a:lnTo>
                <a:lnTo>
                  <a:pt x="2238375" y="1668868"/>
                </a:lnTo>
                <a:lnTo>
                  <a:pt x="2238845" y="1669986"/>
                </a:lnTo>
                <a:lnTo>
                  <a:pt x="2240711" y="1671853"/>
                </a:lnTo>
                <a:lnTo>
                  <a:pt x="2241829" y="1672310"/>
                </a:lnTo>
                <a:lnTo>
                  <a:pt x="2244458" y="1672310"/>
                </a:lnTo>
                <a:lnTo>
                  <a:pt x="2245576" y="1671853"/>
                </a:lnTo>
                <a:lnTo>
                  <a:pt x="2247442" y="1669986"/>
                </a:lnTo>
                <a:lnTo>
                  <a:pt x="2247900" y="1668868"/>
                </a:lnTo>
                <a:lnTo>
                  <a:pt x="2247900" y="1666240"/>
                </a:lnTo>
                <a:close/>
              </a:path>
              <a:path w="3914775" h="1672589">
                <a:moveTo>
                  <a:pt x="2247900" y="1111973"/>
                </a:moveTo>
                <a:lnTo>
                  <a:pt x="2247442" y="1110856"/>
                </a:lnTo>
                <a:lnTo>
                  <a:pt x="2245576" y="1108989"/>
                </a:lnTo>
                <a:lnTo>
                  <a:pt x="2244458" y="1108532"/>
                </a:lnTo>
                <a:lnTo>
                  <a:pt x="2241829" y="1108532"/>
                </a:lnTo>
                <a:lnTo>
                  <a:pt x="2240711" y="1108989"/>
                </a:lnTo>
                <a:lnTo>
                  <a:pt x="2238845" y="1110856"/>
                </a:lnTo>
                <a:lnTo>
                  <a:pt x="2238375" y="1111973"/>
                </a:lnTo>
                <a:lnTo>
                  <a:pt x="2238375" y="1114602"/>
                </a:lnTo>
                <a:lnTo>
                  <a:pt x="2238845" y="1115733"/>
                </a:lnTo>
                <a:lnTo>
                  <a:pt x="2240711" y="1117587"/>
                </a:lnTo>
                <a:lnTo>
                  <a:pt x="2241829" y="1118057"/>
                </a:lnTo>
                <a:lnTo>
                  <a:pt x="2244458" y="1118057"/>
                </a:lnTo>
                <a:lnTo>
                  <a:pt x="2245576" y="1117587"/>
                </a:lnTo>
                <a:lnTo>
                  <a:pt x="2247442" y="1115733"/>
                </a:lnTo>
                <a:lnTo>
                  <a:pt x="2247900" y="1114602"/>
                </a:lnTo>
                <a:lnTo>
                  <a:pt x="2247900" y="1111973"/>
                </a:lnTo>
                <a:close/>
              </a:path>
              <a:path w="3914775" h="1672589">
                <a:moveTo>
                  <a:pt x="2247900" y="557707"/>
                </a:moveTo>
                <a:lnTo>
                  <a:pt x="2247442" y="556590"/>
                </a:lnTo>
                <a:lnTo>
                  <a:pt x="2245576" y="554723"/>
                </a:lnTo>
                <a:lnTo>
                  <a:pt x="2244458" y="554266"/>
                </a:lnTo>
                <a:lnTo>
                  <a:pt x="2241829" y="554266"/>
                </a:lnTo>
                <a:lnTo>
                  <a:pt x="2240711" y="554723"/>
                </a:lnTo>
                <a:lnTo>
                  <a:pt x="2238845" y="556590"/>
                </a:lnTo>
                <a:lnTo>
                  <a:pt x="2238375" y="557707"/>
                </a:lnTo>
                <a:lnTo>
                  <a:pt x="2238375" y="560336"/>
                </a:lnTo>
                <a:lnTo>
                  <a:pt x="2238845" y="561467"/>
                </a:lnTo>
                <a:lnTo>
                  <a:pt x="2240711" y="563321"/>
                </a:lnTo>
                <a:lnTo>
                  <a:pt x="2241829" y="563791"/>
                </a:lnTo>
                <a:lnTo>
                  <a:pt x="2244458" y="563791"/>
                </a:lnTo>
                <a:lnTo>
                  <a:pt x="2245576" y="563321"/>
                </a:lnTo>
                <a:lnTo>
                  <a:pt x="2247442" y="561467"/>
                </a:lnTo>
                <a:lnTo>
                  <a:pt x="2247900" y="560336"/>
                </a:lnTo>
                <a:lnTo>
                  <a:pt x="2247900" y="557707"/>
                </a:lnTo>
                <a:close/>
              </a:path>
              <a:path w="3914775" h="1672589">
                <a:moveTo>
                  <a:pt x="2247900" y="3441"/>
                </a:moveTo>
                <a:lnTo>
                  <a:pt x="2247442" y="2324"/>
                </a:lnTo>
                <a:lnTo>
                  <a:pt x="2245576" y="469"/>
                </a:lnTo>
                <a:lnTo>
                  <a:pt x="2244458" y="0"/>
                </a:lnTo>
                <a:lnTo>
                  <a:pt x="2241829" y="0"/>
                </a:lnTo>
                <a:lnTo>
                  <a:pt x="2240711" y="469"/>
                </a:lnTo>
                <a:lnTo>
                  <a:pt x="2238845" y="2324"/>
                </a:lnTo>
                <a:lnTo>
                  <a:pt x="2238375" y="3441"/>
                </a:lnTo>
                <a:lnTo>
                  <a:pt x="2238375" y="6070"/>
                </a:lnTo>
                <a:lnTo>
                  <a:pt x="2238845" y="7200"/>
                </a:lnTo>
                <a:lnTo>
                  <a:pt x="2240711" y="9055"/>
                </a:lnTo>
                <a:lnTo>
                  <a:pt x="2241829" y="9525"/>
                </a:lnTo>
                <a:lnTo>
                  <a:pt x="2244458" y="9525"/>
                </a:lnTo>
                <a:lnTo>
                  <a:pt x="2245576" y="9055"/>
                </a:lnTo>
                <a:lnTo>
                  <a:pt x="2247442" y="7200"/>
                </a:lnTo>
                <a:lnTo>
                  <a:pt x="2247900" y="6070"/>
                </a:lnTo>
                <a:lnTo>
                  <a:pt x="2247900" y="3441"/>
                </a:lnTo>
                <a:close/>
              </a:path>
              <a:path w="3914775" h="1672589">
                <a:moveTo>
                  <a:pt x="2295525" y="1666240"/>
                </a:moveTo>
                <a:lnTo>
                  <a:pt x="2295067" y="1665122"/>
                </a:lnTo>
                <a:lnTo>
                  <a:pt x="2293201" y="1663255"/>
                </a:lnTo>
                <a:lnTo>
                  <a:pt x="2292083" y="1662785"/>
                </a:lnTo>
                <a:lnTo>
                  <a:pt x="2289454" y="1662785"/>
                </a:lnTo>
                <a:lnTo>
                  <a:pt x="2288336" y="1663255"/>
                </a:lnTo>
                <a:lnTo>
                  <a:pt x="2286470" y="1665122"/>
                </a:lnTo>
                <a:lnTo>
                  <a:pt x="2286000" y="1666240"/>
                </a:lnTo>
                <a:lnTo>
                  <a:pt x="2286000" y="1668868"/>
                </a:lnTo>
                <a:lnTo>
                  <a:pt x="2286470" y="1669986"/>
                </a:lnTo>
                <a:lnTo>
                  <a:pt x="2288336" y="1671853"/>
                </a:lnTo>
                <a:lnTo>
                  <a:pt x="2289454" y="1672310"/>
                </a:lnTo>
                <a:lnTo>
                  <a:pt x="2292083" y="1672310"/>
                </a:lnTo>
                <a:lnTo>
                  <a:pt x="2293201" y="1671853"/>
                </a:lnTo>
                <a:lnTo>
                  <a:pt x="2295067" y="1669986"/>
                </a:lnTo>
                <a:lnTo>
                  <a:pt x="2295525" y="1668868"/>
                </a:lnTo>
                <a:lnTo>
                  <a:pt x="2295525" y="1666240"/>
                </a:lnTo>
                <a:close/>
              </a:path>
              <a:path w="3914775" h="1672589">
                <a:moveTo>
                  <a:pt x="2295525" y="1111973"/>
                </a:moveTo>
                <a:lnTo>
                  <a:pt x="2295067" y="1110856"/>
                </a:lnTo>
                <a:lnTo>
                  <a:pt x="2293201" y="1108989"/>
                </a:lnTo>
                <a:lnTo>
                  <a:pt x="2292083" y="1108532"/>
                </a:lnTo>
                <a:lnTo>
                  <a:pt x="2289454" y="1108532"/>
                </a:lnTo>
                <a:lnTo>
                  <a:pt x="2288336" y="1108989"/>
                </a:lnTo>
                <a:lnTo>
                  <a:pt x="2286470" y="1110856"/>
                </a:lnTo>
                <a:lnTo>
                  <a:pt x="2286000" y="1111973"/>
                </a:lnTo>
                <a:lnTo>
                  <a:pt x="2286000" y="1114602"/>
                </a:lnTo>
                <a:lnTo>
                  <a:pt x="2286470" y="1115733"/>
                </a:lnTo>
                <a:lnTo>
                  <a:pt x="2288336" y="1117587"/>
                </a:lnTo>
                <a:lnTo>
                  <a:pt x="2289454" y="1118057"/>
                </a:lnTo>
                <a:lnTo>
                  <a:pt x="2292083" y="1118057"/>
                </a:lnTo>
                <a:lnTo>
                  <a:pt x="2293201" y="1117587"/>
                </a:lnTo>
                <a:lnTo>
                  <a:pt x="2295067" y="1115733"/>
                </a:lnTo>
                <a:lnTo>
                  <a:pt x="2295525" y="1114602"/>
                </a:lnTo>
                <a:lnTo>
                  <a:pt x="2295525" y="1111973"/>
                </a:lnTo>
                <a:close/>
              </a:path>
              <a:path w="3914775" h="1672589">
                <a:moveTo>
                  <a:pt x="2295525" y="557707"/>
                </a:moveTo>
                <a:lnTo>
                  <a:pt x="2295067" y="556590"/>
                </a:lnTo>
                <a:lnTo>
                  <a:pt x="2293201" y="554723"/>
                </a:lnTo>
                <a:lnTo>
                  <a:pt x="2292083" y="554266"/>
                </a:lnTo>
                <a:lnTo>
                  <a:pt x="2289454" y="554266"/>
                </a:lnTo>
                <a:lnTo>
                  <a:pt x="2288336" y="554723"/>
                </a:lnTo>
                <a:lnTo>
                  <a:pt x="2286470" y="556590"/>
                </a:lnTo>
                <a:lnTo>
                  <a:pt x="2286000" y="557707"/>
                </a:lnTo>
                <a:lnTo>
                  <a:pt x="2286000" y="560336"/>
                </a:lnTo>
                <a:lnTo>
                  <a:pt x="2286470" y="561467"/>
                </a:lnTo>
                <a:lnTo>
                  <a:pt x="2288336" y="563321"/>
                </a:lnTo>
                <a:lnTo>
                  <a:pt x="2289454" y="563791"/>
                </a:lnTo>
                <a:lnTo>
                  <a:pt x="2292083" y="563791"/>
                </a:lnTo>
                <a:lnTo>
                  <a:pt x="2293201" y="563321"/>
                </a:lnTo>
                <a:lnTo>
                  <a:pt x="2295067" y="561467"/>
                </a:lnTo>
                <a:lnTo>
                  <a:pt x="2295525" y="560336"/>
                </a:lnTo>
                <a:lnTo>
                  <a:pt x="2295525" y="557707"/>
                </a:lnTo>
                <a:close/>
              </a:path>
              <a:path w="3914775" h="1672589">
                <a:moveTo>
                  <a:pt x="2295525" y="3441"/>
                </a:moveTo>
                <a:lnTo>
                  <a:pt x="2295067" y="2324"/>
                </a:lnTo>
                <a:lnTo>
                  <a:pt x="2293201" y="469"/>
                </a:lnTo>
                <a:lnTo>
                  <a:pt x="2292083" y="0"/>
                </a:lnTo>
                <a:lnTo>
                  <a:pt x="2289454" y="0"/>
                </a:lnTo>
                <a:lnTo>
                  <a:pt x="2288336" y="469"/>
                </a:lnTo>
                <a:lnTo>
                  <a:pt x="2286470" y="2324"/>
                </a:lnTo>
                <a:lnTo>
                  <a:pt x="2286000" y="3441"/>
                </a:lnTo>
                <a:lnTo>
                  <a:pt x="2286000" y="6070"/>
                </a:lnTo>
                <a:lnTo>
                  <a:pt x="2286470" y="7200"/>
                </a:lnTo>
                <a:lnTo>
                  <a:pt x="2288336" y="9055"/>
                </a:lnTo>
                <a:lnTo>
                  <a:pt x="2289454" y="9525"/>
                </a:lnTo>
                <a:lnTo>
                  <a:pt x="2292083" y="9525"/>
                </a:lnTo>
                <a:lnTo>
                  <a:pt x="2293201" y="9055"/>
                </a:lnTo>
                <a:lnTo>
                  <a:pt x="2295067" y="7200"/>
                </a:lnTo>
                <a:lnTo>
                  <a:pt x="2295525" y="6070"/>
                </a:lnTo>
                <a:lnTo>
                  <a:pt x="2295525" y="3441"/>
                </a:lnTo>
                <a:close/>
              </a:path>
              <a:path w="3914775" h="1672589">
                <a:moveTo>
                  <a:pt x="2343150" y="1666240"/>
                </a:moveTo>
                <a:lnTo>
                  <a:pt x="2342692" y="1665122"/>
                </a:lnTo>
                <a:lnTo>
                  <a:pt x="2340826" y="1663255"/>
                </a:lnTo>
                <a:lnTo>
                  <a:pt x="2339708" y="1662785"/>
                </a:lnTo>
                <a:lnTo>
                  <a:pt x="2337079" y="1662785"/>
                </a:lnTo>
                <a:lnTo>
                  <a:pt x="2335961" y="1663255"/>
                </a:lnTo>
                <a:lnTo>
                  <a:pt x="2334095" y="1665122"/>
                </a:lnTo>
                <a:lnTo>
                  <a:pt x="2333625" y="1666240"/>
                </a:lnTo>
                <a:lnTo>
                  <a:pt x="2333625" y="1668868"/>
                </a:lnTo>
                <a:lnTo>
                  <a:pt x="2334095" y="1669986"/>
                </a:lnTo>
                <a:lnTo>
                  <a:pt x="2335961" y="1671853"/>
                </a:lnTo>
                <a:lnTo>
                  <a:pt x="2337079" y="1672310"/>
                </a:lnTo>
                <a:lnTo>
                  <a:pt x="2339708" y="1672310"/>
                </a:lnTo>
                <a:lnTo>
                  <a:pt x="2340826" y="1671853"/>
                </a:lnTo>
                <a:lnTo>
                  <a:pt x="2342692" y="1669986"/>
                </a:lnTo>
                <a:lnTo>
                  <a:pt x="2343150" y="1668868"/>
                </a:lnTo>
                <a:lnTo>
                  <a:pt x="2343150" y="1666240"/>
                </a:lnTo>
                <a:close/>
              </a:path>
              <a:path w="3914775" h="1672589">
                <a:moveTo>
                  <a:pt x="2343150" y="1111973"/>
                </a:moveTo>
                <a:lnTo>
                  <a:pt x="2342692" y="1110856"/>
                </a:lnTo>
                <a:lnTo>
                  <a:pt x="2340826" y="1108989"/>
                </a:lnTo>
                <a:lnTo>
                  <a:pt x="2339708" y="1108532"/>
                </a:lnTo>
                <a:lnTo>
                  <a:pt x="2337079" y="1108532"/>
                </a:lnTo>
                <a:lnTo>
                  <a:pt x="2335961" y="1108989"/>
                </a:lnTo>
                <a:lnTo>
                  <a:pt x="2334095" y="1110856"/>
                </a:lnTo>
                <a:lnTo>
                  <a:pt x="2333625" y="1111973"/>
                </a:lnTo>
                <a:lnTo>
                  <a:pt x="2333625" y="1114602"/>
                </a:lnTo>
                <a:lnTo>
                  <a:pt x="2334095" y="1115733"/>
                </a:lnTo>
                <a:lnTo>
                  <a:pt x="2335961" y="1117587"/>
                </a:lnTo>
                <a:lnTo>
                  <a:pt x="2337079" y="1118057"/>
                </a:lnTo>
                <a:lnTo>
                  <a:pt x="2339708" y="1118057"/>
                </a:lnTo>
                <a:lnTo>
                  <a:pt x="2340826" y="1117587"/>
                </a:lnTo>
                <a:lnTo>
                  <a:pt x="2342692" y="1115733"/>
                </a:lnTo>
                <a:lnTo>
                  <a:pt x="2343150" y="1114602"/>
                </a:lnTo>
                <a:lnTo>
                  <a:pt x="2343150" y="1111973"/>
                </a:lnTo>
                <a:close/>
              </a:path>
              <a:path w="3914775" h="1672589">
                <a:moveTo>
                  <a:pt x="2343150" y="557707"/>
                </a:moveTo>
                <a:lnTo>
                  <a:pt x="2342692" y="556590"/>
                </a:lnTo>
                <a:lnTo>
                  <a:pt x="2340826" y="554723"/>
                </a:lnTo>
                <a:lnTo>
                  <a:pt x="2339708" y="554266"/>
                </a:lnTo>
                <a:lnTo>
                  <a:pt x="2337079" y="554266"/>
                </a:lnTo>
                <a:lnTo>
                  <a:pt x="2335961" y="554723"/>
                </a:lnTo>
                <a:lnTo>
                  <a:pt x="2334095" y="556590"/>
                </a:lnTo>
                <a:lnTo>
                  <a:pt x="2333625" y="557707"/>
                </a:lnTo>
                <a:lnTo>
                  <a:pt x="2333625" y="560336"/>
                </a:lnTo>
                <a:lnTo>
                  <a:pt x="2334095" y="561467"/>
                </a:lnTo>
                <a:lnTo>
                  <a:pt x="2335961" y="563321"/>
                </a:lnTo>
                <a:lnTo>
                  <a:pt x="2337079" y="563791"/>
                </a:lnTo>
                <a:lnTo>
                  <a:pt x="2339708" y="563791"/>
                </a:lnTo>
                <a:lnTo>
                  <a:pt x="2340826" y="563321"/>
                </a:lnTo>
                <a:lnTo>
                  <a:pt x="2342692" y="561467"/>
                </a:lnTo>
                <a:lnTo>
                  <a:pt x="2343150" y="560336"/>
                </a:lnTo>
                <a:lnTo>
                  <a:pt x="2343150" y="557707"/>
                </a:lnTo>
                <a:close/>
              </a:path>
              <a:path w="3914775" h="1672589">
                <a:moveTo>
                  <a:pt x="2343150" y="3441"/>
                </a:moveTo>
                <a:lnTo>
                  <a:pt x="2342692" y="2324"/>
                </a:lnTo>
                <a:lnTo>
                  <a:pt x="2340826" y="469"/>
                </a:lnTo>
                <a:lnTo>
                  <a:pt x="2339708" y="0"/>
                </a:lnTo>
                <a:lnTo>
                  <a:pt x="2337079" y="0"/>
                </a:lnTo>
                <a:lnTo>
                  <a:pt x="2335961" y="469"/>
                </a:lnTo>
                <a:lnTo>
                  <a:pt x="2334095" y="2324"/>
                </a:lnTo>
                <a:lnTo>
                  <a:pt x="2333625" y="3441"/>
                </a:lnTo>
                <a:lnTo>
                  <a:pt x="2333625" y="6070"/>
                </a:lnTo>
                <a:lnTo>
                  <a:pt x="2334095" y="7200"/>
                </a:lnTo>
                <a:lnTo>
                  <a:pt x="2335961" y="9055"/>
                </a:lnTo>
                <a:lnTo>
                  <a:pt x="2337079" y="9525"/>
                </a:lnTo>
                <a:lnTo>
                  <a:pt x="2339708" y="9525"/>
                </a:lnTo>
                <a:lnTo>
                  <a:pt x="2340826" y="9055"/>
                </a:lnTo>
                <a:lnTo>
                  <a:pt x="2342692" y="7200"/>
                </a:lnTo>
                <a:lnTo>
                  <a:pt x="2343150" y="6070"/>
                </a:lnTo>
                <a:lnTo>
                  <a:pt x="2343150" y="3441"/>
                </a:lnTo>
                <a:close/>
              </a:path>
              <a:path w="3914775" h="1672589">
                <a:moveTo>
                  <a:pt x="2390775" y="1666240"/>
                </a:moveTo>
                <a:lnTo>
                  <a:pt x="2390317" y="1665122"/>
                </a:lnTo>
                <a:lnTo>
                  <a:pt x="2388451" y="1663255"/>
                </a:lnTo>
                <a:lnTo>
                  <a:pt x="2387333" y="1662785"/>
                </a:lnTo>
                <a:lnTo>
                  <a:pt x="2384704" y="1662785"/>
                </a:lnTo>
                <a:lnTo>
                  <a:pt x="2383586" y="1663255"/>
                </a:lnTo>
                <a:lnTo>
                  <a:pt x="2381720" y="1665122"/>
                </a:lnTo>
                <a:lnTo>
                  <a:pt x="2381250" y="1666240"/>
                </a:lnTo>
                <a:lnTo>
                  <a:pt x="2381250" y="1668868"/>
                </a:lnTo>
                <a:lnTo>
                  <a:pt x="2381720" y="1669986"/>
                </a:lnTo>
                <a:lnTo>
                  <a:pt x="2383586" y="1671853"/>
                </a:lnTo>
                <a:lnTo>
                  <a:pt x="2384704" y="1672310"/>
                </a:lnTo>
                <a:lnTo>
                  <a:pt x="2387333" y="1672310"/>
                </a:lnTo>
                <a:lnTo>
                  <a:pt x="2388451" y="1671853"/>
                </a:lnTo>
                <a:lnTo>
                  <a:pt x="2390317" y="1669986"/>
                </a:lnTo>
                <a:lnTo>
                  <a:pt x="2390775" y="1668868"/>
                </a:lnTo>
                <a:lnTo>
                  <a:pt x="2390775" y="1666240"/>
                </a:lnTo>
                <a:close/>
              </a:path>
              <a:path w="3914775" h="1672589">
                <a:moveTo>
                  <a:pt x="2390775" y="1111973"/>
                </a:moveTo>
                <a:lnTo>
                  <a:pt x="2390317" y="1110856"/>
                </a:lnTo>
                <a:lnTo>
                  <a:pt x="2388451" y="1108989"/>
                </a:lnTo>
                <a:lnTo>
                  <a:pt x="2387333" y="1108532"/>
                </a:lnTo>
                <a:lnTo>
                  <a:pt x="2384704" y="1108532"/>
                </a:lnTo>
                <a:lnTo>
                  <a:pt x="2383586" y="1108989"/>
                </a:lnTo>
                <a:lnTo>
                  <a:pt x="2381720" y="1110856"/>
                </a:lnTo>
                <a:lnTo>
                  <a:pt x="2381250" y="1111973"/>
                </a:lnTo>
                <a:lnTo>
                  <a:pt x="2381250" y="1114602"/>
                </a:lnTo>
                <a:lnTo>
                  <a:pt x="2381720" y="1115733"/>
                </a:lnTo>
                <a:lnTo>
                  <a:pt x="2383586" y="1117587"/>
                </a:lnTo>
                <a:lnTo>
                  <a:pt x="2384704" y="1118057"/>
                </a:lnTo>
                <a:lnTo>
                  <a:pt x="2387333" y="1118057"/>
                </a:lnTo>
                <a:lnTo>
                  <a:pt x="2388451" y="1117587"/>
                </a:lnTo>
                <a:lnTo>
                  <a:pt x="2390317" y="1115733"/>
                </a:lnTo>
                <a:lnTo>
                  <a:pt x="2390775" y="1114602"/>
                </a:lnTo>
                <a:lnTo>
                  <a:pt x="2390775" y="1111973"/>
                </a:lnTo>
                <a:close/>
              </a:path>
              <a:path w="3914775" h="1672589">
                <a:moveTo>
                  <a:pt x="2390775" y="557707"/>
                </a:moveTo>
                <a:lnTo>
                  <a:pt x="2390317" y="556590"/>
                </a:lnTo>
                <a:lnTo>
                  <a:pt x="2388451" y="554723"/>
                </a:lnTo>
                <a:lnTo>
                  <a:pt x="2387333" y="554266"/>
                </a:lnTo>
                <a:lnTo>
                  <a:pt x="2384704" y="554266"/>
                </a:lnTo>
                <a:lnTo>
                  <a:pt x="2383586" y="554723"/>
                </a:lnTo>
                <a:lnTo>
                  <a:pt x="2381720" y="556590"/>
                </a:lnTo>
                <a:lnTo>
                  <a:pt x="2381250" y="557707"/>
                </a:lnTo>
                <a:lnTo>
                  <a:pt x="2381250" y="560336"/>
                </a:lnTo>
                <a:lnTo>
                  <a:pt x="2381720" y="561467"/>
                </a:lnTo>
                <a:lnTo>
                  <a:pt x="2383586" y="563321"/>
                </a:lnTo>
                <a:lnTo>
                  <a:pt x="2384704" y="563791"/>
                </a:lnTo>
                <a:lnTo>
                  <a:pt x="2387333" y="563791"/>
                </a:lnTo>
                <a:lnTo>
                  <a:pt x="2388451" y="563321"/>
                </a:lnTo>
                <a:lnTo>
                  <a:pt x="2390317" y="561467"/>
                </a:lnTo>
                <a:lnTo>
                  <a:pt x="2390775" y="560336"/>
                </a:lnTo>
                <a:lnTo>
                  <a:pt x="2390775" y="557707"/>
                </a:lnTo>
                <a:close/>
              </a:path>
              <a:path w="3914775" h="1672589">
                <a:moveTo>
                  <a:pt x="2390775" y="3441"/>
                </a:moveTo>
                <a:lnTo>
                  <a:pt x="2390317" y="2324"/>
                </a:lnTo>
                <a:lnTo>
                  <a:pt x="2388451" y="469"/>
                </a:lnTo>
                <a:lnTo>
                  <a:pt x="2387333" y="0"/>
                </a:lnTo>
                <a:lnTo>
                  <a:pt x="2384704" y="0"/>
                </a:lnTo>
                <a:lnTo>
                  <a:pt x="2383586" y="469"/>
                </a:lnTo>
                <a:lnTo>
                  <a:pt x="2381720" y="2324"/>
                </a:lnTo>
                <a:lnTo>
                  <a:pt x="2381250" y="3441"/>
                </a:lnTo>
                <a:lnTo>
                  <a:pt x="2381250" y="6070"/>
                </a:lnTo>
                <a:lnTo>
                  <a:pt x="2381720" y="7200"/>
                </a:lnTo>
                <a:lnTo>
                  <a:pt x="2383586" y="9055"/>
                </a:lnTo>
                <a:lnTo>
                  <a:pt x="2384704" y="9525"/>
                </a:lnTo>
                <a:lnTo>
                  <a:pt x="2387333" y="9525"/>
                </a:lnTo>
                <a:lnTo>
                  <a:pt x="2388451" y="9055"/>
                </a:lnTo>
                <a:lnTo>
                  <a:pt x="2390317" y="7200"/>
                </a:lnTo>
                <a:lnTo>
                  <a:pt x="2390775" y="6070"/>
                </a:lnTo>
                <a:lnTo>
                  <a:pt x="2390775" y="3441"/>
                </a:lnTo>
                <a:close/>
              </a:path>
              <a:path w="3914775" h="1672589">
                <a:moveTo>
                  <a:pt x="2438400" y="1666240"/>
                </a:moveTo>
                <a:lnTo>
                  <a:pt x="2437942" y="1665122"/>
                </a:lnTo>
                <a:lnTo>
                  <a:pt x="2436076" y="1663255"/>
                </a:lnTo>
                <a:lnTo>
                  <a:pt x="2434958" y="1662785"/>
                </a:lnTo>
                <a:lnTo>
                  <a:pt x="2432329" y="1662785"/>
                </a:lnTo>
                <a:lnTo>
                  <a:pt x="2431211" y="1663255"/>
                </a:lnTo>
                <a:lnTo>
                  <a:pt x="2429345" y="1665122"/>
                </a:lnTo>
                <a:lnTo>
                  <a:pt x="2428875" y="1666240"/>
                </a:lnTo>
                <a:lnTo>
                  <a:pt x="2428875" y="1668868"/>
                </a:lnTo>
                <a:lnTo>
                  <a:pt x="2429345" y="1669986"/>
                </a:lnTo>
                <a:lnTo>
                  <a:pt x="2431211" y="1671853"/>
                </a:lnTo>
                <a:lnTo>
                  <a:pt x="2432329" y="1672310"/>
                </a:lnTo>
                <a:lnTo>
                  <a:pt x="2434958" y="1672310"/>
                </a:lnTo>
                <a:lnTo>
                  <a:pt x="2436076" y="1671853"/>
                </a:lnTo>
                <a:lnTo>
                  <a:pt x="2437942" y="1669986"/>
                </a:lnTo>
                <a:lnTo>
                  <a:pt x="2438400" y="1668868"/>
                </a:lnTo>
                <a:lnTo>
                  <a:pt x="2438400" y="1666240"/>
                </a:lnTo>
                <a:close/>
              </a:path>
              <a:path w="3914775" h="1672589">
                <a:moveTo>
                  <a:pt x="2438400" y="1111973"/>
                </a:moveTo>
                <a:lnTo>
                  <a:pt x="2437942" y="1110856"/>
                </a:lnTo>
                <a:lnTo>
                  <a:pt x="2436076" y="1108989"/>
                </a:lnTo>
                <a:lnTo>
                  <a:pt x="2434958" y="1108532"/>
                </a:lnTo>
                <a:lnTo>
                  <a:pt x="2432329" y="1108532"/>
                </a:lnTo>
                <a:lnTo>
                  <a:pt x="2431211" y="1108989"/>
                </a:lnTo>
                <a:lnTo>
                  <a:pt x="2429345" y="1110856"/>
                </a:lnTo>
                <a:lnTo>
                  <a:pt x="2428875" y="1111973"/>
                </a:lnTo>
                <a:lnTo>
                  <a:pt x="2428875" y="1114602"/>
                </a:lnTo>
                <a:lnTo>
                  <a:pt x="2429345" y="1115733"/>
                </a:lnTo>
                <a:lnTo>
                  <a:pt x="2431211" y="1117587"/>
                </a:lnTo>
                <a:lnTo>
                  <a:pt x="2432329" y="1118057"/>
                </a:lnTo>
                <a:lnTo>
                  <a:pt x="2434958" y="1118057"/>
                </a:lnTo>
                <a:lnTo>
                  <a:pt x="2436076" y="1117587"/>
                </a:lnTo>
                <a:lnTo>
                  <a:pt x="2437942" y="1115733"/>
                </a:lnTo>
                <a:lnTo>
                  <a:pt x="2438400" y="1114602"/>
                </a:lnTo>
                <a:lnTo>
                  <a:pt x="2438400" y="1111973"/>
                </a:lnTo>
                <a:close/>
              </a:path>
              <a:path w="3914775" h="1672589">
                <a:moveTo>
                  <a:pt x="2438400" y="557707"/>
                </a:moveTo>
                <a:lnTo>
                  <a:pt x="2437942" y="556590"/>
                </a:lnTo>
                <a:lnTo>
                  <a:pt x="2436076" y="554723"/>
                </a:lnTo>
                <a:lnTo>
                  <a:pt x="2434958" y="554266"/>
                </a:lnTo>
                <a:lnTo>
                  <a:pt x="2432329" y="554266"/>
                </a:lnTo>
                <a:lnTo>
                  <a:pt x="2431211" y="554723"/>
                </a:lnTo>
                <a:lnTo>
                  <a:pt x="2429345" y="556590"/>
                </a:lnTo>
                <a:lnTo>
                  <a:pt x="2428875" y="557707"/>
                </a:lnTo>
                <a:lnTo>
                  <a:pt x="2428875" y="560336"/>
                </a:lnTo>
                <a:lnTo>
                  <a:pt x="2429345" y="561467"/>
                </a:lnTo>
                <a:lnTo>
                  <a:pt x="2431211" y="563321"/>
                </a:lnTo>
                <a:lnTo>
                  <a:pt x="2432329" y="563791"/>
                </a:lnTo>
                <a:lnTo>
                  <a:pt x="2434958" y="563791"/>
                </a:lnTo>
                <a:lnTo>
                  <a:pt x="2436076" y="563321"/>
                </a:lnTo>
                <a:lnTo>
                  <a:pt x="2437942" y="561467"/>
                </a:lnTo>
                <a:lnTo>
                  <a:pt x="2438400" y="560336"/>
                </a:lnTo>
                <a:lnTo>
                  <a:pt x="2438400" y="557707"/>
                </a:lnTo>
                <a:close/>
              </a:path>
              <a:path w="3914775" h="1672589">
                <a:moveTo>
                  <a:pt x="2438400" y="3441"/>
                </a:moveTo>
                <a:lnTo>
                  <a:pt x="2437942" y="2324"/>
                </a:lnTo>
                <a:lnTo>
                  <a:pt x="2436076" y="469"/>
                </a:lnTo>
                <a:lnTo>
                  <a:pt x="2434958" y="0"/>
                </a:lnTo>
                <a:lnTo>
                  <a:pt x="2432329" y="0"/>
                </a:lnTo>
                <a:lnTo>
                  <a:pt x="2431211" y="469"/>
                </a:lnTo>
                <a:lnTo>
                  <a:pt x="2429345" y="2324"/>
                </a:lnTo>
                <a:lnTo>
                  <a:pt x="2428875" y="3441"/>
                </a:lnTo>
                <a:lnTo>
                  <a:pt x="2428875" y="6070"/>
                </a:lnTo>
                <a:lnTo>
                  <a:pt x="2429345" y="7200"/>
                </a:lnTo>
                <a:lnTo>
                  <a:pt x="2431211" y="9055"/>
                </a:lnTo>
                <a:lnTo>
                  <a:pt x="2432329" y="9525"/>
                </a:lnTo>
                <a:lnTo>
                  <a:pt x="2434958" y="9525"/>
                </a:lnTo>
                <a:lnTo>
                  <a:pt x="2436076" y="9055"/>
                </a:lnTo>
                <a:lnTo>
                  <a:pt x="2437942" y="7200"/>
                </a:lnTo>
                <a:lnTo>
                  <a:pt x="2438400" y="6070"/>
                </a:lnTo>
                <a:lnTo>
                  <a:pt x="2438400" y="3441"/>
                </a:lnTo>
                <a:close/>
              </a:path>
              <a:path w="3914775" h="1672589">
                <a:moveTo>
                  <a:pt x="2486025" y="1666240"/>
                </a:moveTo>
                <a:lnTo>
                  <a:pt x="2485567" y="1665122"/>
                </a:lnTo>
                <a:lnTo>
                  <a:pt x="2483701" y="1663255"/>
                </a:lnTo>
                <a:lnTo>
                  <a:pt x="2482583" y="1662785"/>
                </a:lnTo>
                <a:lnTo>
                  <a:pt x="2479954" y="1662785"/>
                </a:lnTo>
                <a:lnTo>
                  <a:pt x="2478824" y="1663255"/>
                </a:lnTo>
                <a:lnTo>
                  <a:pt x="2476970" y="1665122"/>
                </a:lnTo>
                <a:lnTo>
                  <a:pt x="2476500" y="1666240"/>
                </a:lnTo>
                <a:lnTo>
                  <a:pt x="2476500" y="1668868"/>
                </a:lnTo>
                <a:lnTo>
                  <a:pt x="2476970" y="1669986"/>
                </a:lnTo>
                <a:lnTo>
                  <a:pt x="2478824" y="1671853"/>
                </a:lnTo>
                <a:lnTo>
                  <a:pt x="2479954" y="1672310"/>
                </a:lnTo>
                <a:lnTo>
                  <a:pt x="2482583" y="1672310"/>
                </a:lnTo>
                <a:lnTo>
                  <a:pt x="2483701" y="1671853"/>
                </a:lnTo>
                <a:lnTo>
                  <a:pt x="2485567" y="1669986"/>
                </a:lnTo>
                <a:lnTo>
                  <a:pt x="2486025" y="1668868"/>
                </a:lnTo>
                <a:lnTo>
                  <a:pt x="2486025" y="1666240"/>
                </a:lnTo>
                <a:close/>
              </a:path>
              <a:path w="3914775" h="1672589">
                <a:moveTo>
                  <a:pt x="2486025" y="1111973"/>
                </a:moveTo>
                <a:lnTo>
                  <a:pt x="2485567" y="1110856"/>
                </a:lnTo>
                <a:lnTo>
                  <a:pt x="2483701" y="1108989"/>
                </a:lnTo>
                <a:lnTo>
                  <a:pt x="2482583" y="1108532"/>
                </a:lnTo>
                <a:lnTo>
                  <a:pt x="2479954" y="1108532"/>
                </a:lnTo>
                <a:lnTo>
                  <a:pt x="2478824" y="1108989"/>
                </a:lnTo>
                <a:lnTo>
                  <a:pt x="2476970" y="1110856"/>
                </a:lnTo>
                <a:lnTo>
                  <a:pt x="2476500" y="1111973"/>
                </a:lnTo>
                <a:lnTo>
                  <a:pt x="2476500" y="1114602"/>
                </a:lnTo>
                <a:lnTo>
                  <a:pt x="2476970" y="1115733"/>
                </a:lnTo>
                <a:lnTo>
                  <a:pt x="2478824" y="1117587"/>
                </a:lnTo>
                <a:lnTo>
                  <a:pt x="2479954" y="1118057"/>
                </a:lnTo>
                <a:lnTo>
                  <a:pt x="2482583" y="1118057"/>
                </a:lnTo>
                <a:lnTo>
                  <a:pt x="2483701" y="1117587"/>
                </a:lnTo>
                <a:lnTo>
                  <a:pt x="2485567" y="1115733"/>
                </a:lnTo>
                <a:lnTo>
                  <a:pt x="2486025" y="1114602"/>
                </a:lnTo>
                <a:lnTo>
                  <a:pt x="2486025" y="1111973"/>
                </a:lnTo>
                <a:close/>
              </a:path>
              <a:path w="3914775" h="1672589">
                <a:moveTo>
                  <a:pt x="2486025" y="557707"/>
                </a:moveTo>
                <a:lnTo>
                  <a:pt x="2485567" y="556590"/>
                </a:lnTo>
                <a:lnTo>
                  <a:pt x="2483701" y="554723"/>
                </a:lnTo>
                <a:lnTo>
                  <a:pt x="2482583" y="554266"/>
                </a:lnTo>
                <a:lnTo>
                  <a:pt x="2479954" y="554266"/>
                </a:lnTo>
                <a:lnTo>
                  <a:pt x="2478824" y="554723"/>
                </a:lnTo>
                <a:lnTo>
                  <a:pt x="2476970" y="556590"/>
                </a:lnTo>
                <a:lnTo>
                  <a:pt x="2476500" y="557707"/>
                </a:lnTo>
                <a:lnTo>
                  <a:pt x="2476500" y="560336"/>
                </a:lnTo>
                <a:lnTo>
                  <a:pt x="2476970" y="561467"/>
                </a:lnTo>
                <a:lnTo>
                  <a:pt x="2478824" y="563321"/>
                </a:lnTo>
                <a:lnTo>
                  <a:pt x="2479954" y="563791"/>
                </a:lnTo>
                <a:lnTo>
                  <a:pt x="2482583" y="563791"/>
                </a:lnTo>
                <a:lnTo>
                  <a:pt x="2483701" y="563321"/>
                </a:lnTo>
                <a:lnTo>
                  <a:pt x="2485567" y="561467"/>
                </a:lnTo>
                <a:lnTo>
                  <a:pt x="2486025" y="560336"/>
                </a:lnTo>
                <a:lnTo>
                  <a:pt x="2486025" y="557707"/>
                </a:lnTo>
                <a:close/>
              </a:path>
              <a:path w="3914775" h="1672589">
                <a:moveTo>
                  <a:pt x="2486025" y="3441"/>
                </a:moveTo>
                <a:lnTo>
                  <a:pt x="2485567" y="2324"/>
                </a:lnTo>
                <a:lnTo>
                  <a:pt x="2483701" y="469"/>
                </a:lnTo>
                <a:lnTo>
                  <a:pt x="2482583" y="0"/>
                </a:lnTo>
                <a:lnTo>
                  <a:pt x="2479954" y="0"/>
                </a:lnTo>
                <a:lnTo>
                  <a:pt x="2478824" y="469"/>
                </a:lnTo>
                <a:lnTo>
                  <a:pt x="2476970" y="2324"/>
                </a:lnTo>
                <a:lnTo>
                  <a:pt x="2476500" y="3441"/>
                </a:lnTo>
                <a:lnTo>
                  <a:pt x="2476500" y="6070"/>
                </a:lnTo>
                <a:lnTo>
                  <a:pt x="2476970" y="7200"/>
                </a:lnTo>
                <a:lnTo>
                  <a:pt x="2478824" y="9055"/>
                </a:lnTo>
                <a:lnTo>
                  <a:pt x="2479954" y="9525"/>
                </a:lnTo>
                <a:lnTo>
                  <a:pt x="2482583" y="9525"/>
                </a:lnTo>
                <a:lnTo>
                  <a:pt x="2483701" y="9055"/>
                </a:lnTo>
                <a:lnTo>
                  <a:pt x="2485567" y="7200"/>
                </a:lnTo>
                <a:lnTo>
                  <a:pt x="2486025" y="6070"/>
                </a:lnTo>
                <a:lnTo>
                  <a:pt x="2486025" y="3441"/>
                </a:lnTo>
                <a:close/>
              </a:path>
              <a:path w="3914775" h="1672589">
                <a:moveTo>
                  <a:pt x="2533650" y="1666240"/>
                </a:moveTo>
                <a:lnTo>
                  <a:pt x="2533192" y="1665122"/>
                </a:lnTo>
                <a:lnTo>
                  <a:pt x="2531326" y="1663255"/>
                </a:lnTo>
                <a:lnTo>
                  <a:pt x="2530208" y="1662785"/>
                </a:lnTo>
                <a:lnTo>
                  <a:pt x="2527579" y="1662785"/>
                </a:lnTo>
                <a:lnTo>
                  <a:pt x="2526449" y="1663255"/>
                </a:lnTo>
                <a:lnTo>
                  <a:pt x="2524595" y="1665122"/>
                </a:lnTo>
                <a:lnTo>
                  <a:pt x="2524125" y="1666240"/>
                </a:lnTo>
                <a:lnTo>
                  <a:pt x="2524125" y="1668868"/>
                </a:lnTo>
                <a:lnTo>
                  <a:pt x="2524595" y="1669986"/>
                </a:lnTo>
                <a:lnTo>
                  <a:pt x="2526449" y="1671853"/>
                </a:lnTo>
                <a:lnTo>
                  <a:pt x="2527579" y="1672310"/>
                </a:lnTo>
                <a:lnTo>
                  <a:pt x="2530208" y="1672310"/>
                </a:lnTo>
                <a:lnTo>
                  <a:pt x="2531326" y="1671853"/>
                </a:lnTo>
                <a:lnTo>
                  <a:pt x="2533192" y="1669986"/>
                </a:lnTo>
                <a:lnTo>
                  <a:pt x="2533650" y="1668868"/>
                </a:lnTo>
                <a:lnTo>
                  <a:pt x="2533650" y="1666240"/>
                </a:lnTo>
                <a:close/>
              </a:path>
              <a:path w="3914775" h="1672589">
                <a:moveTo>
                  <a:pt x="2533650" y="1111973"/>
                </a:moveTo>
                <a:lnTo>
                  <a:pt x="2533192" y="1110856"/>
                </a:lnTo>
                <a:lnTo>
                  <a:pt x="2531326" y="1108989"/>
                </a:lnTo>
                <a:lnTo>
                  <a:pt x="2530208" y="1108532"/>
                </a:lnTo>
                <a:lnTo>
                  <a:pt x="2527579" y="1108532"/>
                </a:lnTo>
                <a:lnTo>
                  <a:pt x="2526449" y="1108989"/>
                </a:lnTo>
                <a:lnTo>
                  <a:pt x="2524595" y="1110856"/>
                </a:lnTo>
                <a:lnTo>
                  <a:pt x="2524125" y="1111973"/>
                </a:lnTo>
                <a:lnTo>
                  <a:pt x="2524125" y="1114602"/>
                </a:lnTo>
                <a:lnTo>
                  <a:pt x="2524595" y="1115733"/>
                </a:lnTo>
                <a:lnTo>
                  <a:pt x="2526449" y="1117587"/>
                </a:lnTo>
                <a:lnTo>
                  <a:pt x="2527579" y="1118057"/>
                </a:lnTo>
                <a:lnTo>
                  <a:pt x="2530208" y="1118057"/>
                </a:lnTo>
                <a:lnTo>
                  <a:pt x="2531326" y="1117587"/>
                </a:lnTo>
                <a:lnTo>
                  <a:pt x="2533192" y="1115733"/>
                </a:lnTo>
                <a:lnTo>
                  <a:pt x="2533650" y="1114602"/>
                </a:lnTo>
                <a:lnTo>
                  <a:pt x="2533650" y="1111973"/>
                </a:lnTo>
                <a:close/>
              </a:path>
              <a:path w="3914775" h="1672589">
                <a:moveTo>
                  <a:pt x="2533650" y="557707"/>
                </a:moveTo>
                <a:lnTo>
                  <a:pt x="2533192" y="556590"/>
                </a:lnTo>
                <a:lnTo>
                  <a:pt x="2531326" y="554723"/>
                </a:lnTo>
                <a:lnTo>
                  <a:pt x="2530208" y="554266"/>
                </a:lnTo>
                <a:lnTo>
                  <a:pt x="2527579" y="554266"/>
                </a:lnTo>
                <a:lnTo>
                  <a:pt x="2526449" y="554723"/>
                </a:lnTo>
                <a:lnTo>
                  <a:pt x="2524595" y="556590"/>
                </a:lnTo>
                <a:lnTo>
                  <a:pt x="2524125" y="557707"/>
                </a:lnTo>
                <a:lnTo>
                  <a:pt x="2524125" y="560336"/>
                </a:lnTo>
                <a:lnTo>
                  <a:pt x="2524595" y="561467"/>
                </a:lnTo>
                <a:lnTo>
                  <a:pt x="2526449" y="563321"/>
                </a:lnTo>
                <a:lnTo>
                  <a:pt x="2527579" y="563791"/>
                </a:lnTo>
                <a:lnTo>
                  <a:pt x="2530208" y="563791"/>
                </a:lnTo>
                <a:lnTo>
                  <a:pt x="2531326" y="563321"/>
                </a:lnTo>
                <a:lnTo>
                  <a:pt x="2533192" y="561467"/>
                </a:lnTo>
                <a:lnTo>
                  <a:pt x="2533650" y="560336"/>
                </a:lnTo>
                <a:lnTo>
                  <a:pt x="2533650" y="557707"/>
                </a:lnTo>
                <a:close/>
              </a:path>
              <a:path w="3914775" h="1672589">
                <a:moveTo>
                  <a:pt x="2533650" y="3441"/>
                </a:moveTo>
                <a:lnTo>
                  <a:pt x="2533192" y="2324"/>
                </a:lnTo>
                <a:lnTo>
                  <a:pt x="2531326" y="469"/>
                </a:lnTo>
                <a:lnTo>
                  <a:pt x="2530208" y="0"/>
                </a:lnTo>
                <a:lnTo>
                  <a:pt x="2527579" y="0"/>
                </a:lnTo>
                <a:lnTo>
                  <a:pt x="2526449" y="469"/>
                </a:lnTo>
                <a:lnTo>
                  <a:pt x="2524595" y="2324"/>
                </a:lnTo>
                <a:lnTo>
                  <a:pt x="2524125" y="3441"/>
                </a:lnTo>
                <a:lnTo>
                  <a:pt x="2524125" y="6070"/>
                </a:lnTo>
                <a:lnTo>
                  <a:pt x="2524595" y="7200"/>
                </a:lnTo>
                <a:lnTo>
                  <a:pt x="2526449" y="9055"/>
                </a:lnTo>
                <a:lnTo>
                  <a:pt x="2527579" y="9525"/>
                </a:lnTo>
                <a:lnTo>
                  <a:pt x="2530208" y="9525"/>
                </a:lnTo>
                <a:lnTo>
                  <a:pt x="2531326" y="9055"/>
                </a:lnTo>
                <a:lnTo>
                  <a:pt x="2533192" y="7200"/>
                </a:lnTo>
                <a:lnTo>
                  <a:pt x="2533650" y="6070"/>
                </a:lnTo>
                <a:lnTo>
                  <a:pt x="2533650" y="3441"/>
                </a:lnTo>
                <a:close/>
              </a:path>
              <a:path w="3914775" h="1672589">
                <a:moveTo>
                  <a:pt x="2581275" y="1666240"/>
                </a:moveTo>
                <a:lnTo>
                  <a:pt x="2580817" y="1665122"/>
                </a:lnTo>
                <a:lnTo>
                  <a:pt x="2578951" y="1663255"/>
                </a:lnTo>
                <a:lnTo>
                  <a:pt x="2577833" y="1662785"/>
                </a:lnTo>
                <a:lnTo>
                  <a:pt x="2575204" y="1662785"/>
                </a:lnTo>
                <a:lnTo>
                  <a:pt x="2574074" y="1663255"/>
                </a:lnTo>
                <a:lnTo>
                  <a:pt x="2572220" y="1665122"/>
                </a:lnTo>
                <a:lnTo>
                  <a:pt x="2571750" y="1666240"/>
                </a:lnTo>
                <a:lnTo>
                  <a:pt x="2571750" y="1668868"/>
                </a:lnTo>
                <a:lnTo>
                  <a:pt x="2572220" y="1669986"/>
                </a:lnTo>
                <a:lnTo>
                  <a:pt x="2574074" y="1671853"/>
                </a:lnTo>
                <a:lnTo>
                  <a:pt x="2575204" y="1672310"/>
                </a:lnTo>
                <a:lnTo>
                  <a:pt x="2577833" y="1672310"/>
                </a:lnTo>
                <a:lnTo>
                  <a:pt x="2578951" y="1671853"/>
                </a:lnTo>
                <a:lnTo>
                  <a:pt x="2580817" y="1669986"/>
                </a:lnTo>
                <a:lnTo>
                  <a:pt x="2581275" y="1668868"/>
                </a:lnTo>
                <a:lnTo>
                  <a:pt x="2581275" y="1666240"/>
                </a:lnTo>
                <a:close/>
              </a:path>
              <a:path w="3914775" h="1672589">
                <a:moveTo>
                  <a:pt x="2581275" y="1111973"/>
                </a:moveTo>
                <a:lnTo>
                  <a:pt x="2580817" y="1110856"/>
                </a:lnTo>
                <a:lnTo>
                  <a:pt x="2578951" y="1108989"/>
                </a:lnTo>
                <a:lnTo>
                  <a:pt x="2577833" y="1108532"/>
                </a:lnTo>
                <a:lnTo>
                  <a:pt x="2575204" y="1108532"/>
                </a:lnTo>
                <a:lnTo>
                  <a:pt x="2574074" y="1108989"/>
                </a:lnTo>
                <a:lnTo>
                  <a:pt x="2572220" y="1110856"/>
                </a:lnTo>
                <a:lnTo>
                  <a:pt x="2571750" y="1111973"/>
                </a:lnTo>
                <a:lnTo>
                  <a:pt x="2571750" y="1114602"/>
                </a:lnTo>
                <a:lnTo>
                  <a:pt x="2572220" y="1115733"/>
                </a:lnTo>
                <a:lnTo>
                  <a:pt x="2574074" y="1117587"/>
                </a:lnTo>
                <a:lnTo>
                  <a:pt x="2575204" y="1118057"/>
                </a:lnTo>
                <a:lnTo>
                  <a:pt x="2577833" y="1118057"/>
                </a:lnTo>
                <a:lnTo>
                  <a:pt x="2578951" y="1117587"/>
                </a:lnTo>
                <a:lnTo>
                  <a:pt x="2580817" y="1115733"/>
                </a:lnTo>
                <a:lnTo>
                  <a:pt x="2581275" y="1114602"/>
                </a:lnTo>
                <a:lnTo>
                  <a:pt x="2581275" y="1111973"/>
                </a:lnTo>
                <a:close/>
              </a:path>
              <a:path w="3914775" h="1672589">
                <a:moveTo>
                  <a:pt x="2581275" y="557707"/>
                </a:moveTo>
                <a:lnTo>
                  <a:pt x="2580817" y="556590"/>
                </a:lnTo>
                <a:lnTo>
                  <a:pt x="2578951" y="554723"/>
                </a:lnTo>
                <a:lnTo>
                  <a:pt x="2577833" y="554266"/>
                </a:lnTo>
                <a:lnTo>
                  <a:pt x="2575204" y="554266"/>
                </a:lnTo>
                <a:lnTo>
                  <a:pt x="2574074" y="554723"/>
                </a:lnTo>
                <a:lnTo>
                  <a:pt x="2572220" y="556590"/>
                </a:lnTo>
                <a:lnTo>
                  <a:pt x="2571750" y="557707"/>
                </a:lnTo>
                <a:lnTo>
                  <a:pt x="2571750" y="560336"/>
                </a:lnTo>
                <a:lnTo>
                  <a:pt x="2572220" y="561467"/>
                </a:lnTo>
                <a:lnTo>
                  <a:pt x="2574074" y="563321"/>
                </a:lnTo>
                <a:lnTo>
                  <a:pt x="2575204" y="563791"/>
                </a:lnTo>
                <a:lnTo>
                  <a:pt x="2577833" y="563791"/>
                </a:lnTo>
                <a:lnTo>
                  <a:pt x="2578951" y="563321"/>
                </a:lnTo>
                <a:lnTo>
                  <a:pt x="2580817" y="561467"/>
                </a:lnTo>
                <a:lnTo>
                  <a:pt x="2581275" y="560336"/>
                </a:lnTo>
                <a:lnTo>
                  <a:pt x="2581275" y="557707"/>
                </a:lnTo>
                <a:close/>
              </a:path>
              <a:path w="3914775" h="1672589">
                <a:moveTo>
                  <a:pt x="2581275" y="3441"/>
                </a:moveTo>
                <a:lnTo>
                  <a:pt x="2580817" y="2324"/>
                </a:lnTo>
                <a:lnTo>
                  <a:pt x="2578951" y="469"/>
                </a:lnTo>
                <a:lnTo>
                  <a:pt x="2577833" y="0"/>
                </a:lnTo>
                <a:lnTo>
                  <a:pt x="2575204" y="0"/>
                </a:lnTo>
                <a:lnTo>
                  <a:pt x="2574074" y="469"/>
                </a:lnTo>
                <a:lnTo>
                  <a:pt x="2572220" y="2324"/>
                </a:lnTo>
                <a:lnTo>
                  <a:pt x="2571750" y="3441"/>
                </a:lnTo>
                <a:lnTo>
                  <a:pt x="2571750" y="6070"/>
                </a:lnTo>
                <a:lnTo>
                  <a:pt x="2572220" y="7200"/>
                </a:lnTo>
                <a:lnTo>
                  <a:pt x="2574074" y="9055"/>
                </a:lnTo>
                <a:lnTo>
                  <a:pt x="2575204" y="9525"/>
                </a:lnTo>
                <a:lnTo>
                  <a:pt x="2577833" y="9525"/>
                </a:lnTo>
                <a:lnTo>
                  <a:pt x="2578951" y="9055"/>
                </a:lnTo>
                <a:lnTo>
                  <a:pt x="2580817" y="7200"/>
                </a:lnTo>
                <a:lnTo>
                  <a:pt x="2581275" y="6070"/>
                </a:lnTo>
                <a:lnTo>
                  <a:pt x="2581275" y="3441"/>
                </a:lnTo>
                <a:close/>
              </a:path>
              <a:path w="3914775" h="1672589">
                <a:moveTo>
                  <a:pt x="2628900" y="1666240"/>
                </a:moveTo>
                <a:lnTo>
                  <a:pt x="2628442" y="1665122"/>
                </a:lnTo>
                <a:lnTo>
                  <a:pt x="2626576" y="1663255"/>
                </a:lnTo>
                <a:lnTo>
                  <a:pt x="2625458" y="1662785"/>
                </a:lnTo>
                <a:lnTo>
                  <a:pt x="2622829" y="1662785"/>
                </a:lnTo>
                <a:lnTo>
                  <a:pt x="2621711" y="1663255"/>
                </a:lnTo>
                <a:lnTo>
                  <a:pt x="2619845" y="1665122"/>
                </a:lnTo>
                <a:lnTo>
                  <a:pt x="2619375" y="1666240"/>
                </a:lnTo>
                <a:lnTo>
                  <a:pt x="2619375" y="1668868"/>
                </a:lnTo>
                <a:lnTo>
                  <a:pt x="2619845" y="1669986"/>
                </a:lnTo>
                <a:lnTo>
                  <a:pt x="2621711" y="1671853"/>
                </a:lnTo>
                <a:lnTo>
                  <a:pt x="2622829" y="1672310"/>
                </a:lnTo>
                <a:lnTo>
                  <a:pt x="2625458" y="1672310"/>
                </a:lnTo>
                <a:lnTo>
                  <a:pt x="2626576" y="1671853"/>
                </a:lnTo>
                <a:lnTo>
                  <a:pt x="2628442" y="1669986"/>
                </a:lnTo>
                <a:lnTo>
                  <a:pt x="2628900" y="1668868"/>
                </a:lnTo>
                <a:lnTo>
                  <a:pt x="2628900" y="1666240"/>
                </a:lnTo>
                <a:close/>
              </a:path>
              <a:path w="3914775" h="1672589">
                <a:moveTo>
                  <a:pt x="2628900" y="1111973"/>
                </a:moveTo>
                <a:lnTo>
                  <a:pt x="2628442" y="1110856"/>
                </a:lnTo>
                <a:lnTo>
                  <a:pt x="2626576" y="1108989"/>
                </a:lnTo>
                <a:lnTo>
                  <a:pt x="2625458" y="1108532"/>
                </a:lnTo>
                <a:lnTo>
                  <a:pt x="2622829" y="1108532"/>
                </a:lnTo>
                <a:lnTo>
                  <a:pt x="2621711" y="1108989"/>
                </a:lnTo>
                <a:lnTo>
                  <a:pt x="2619845" y="1110856"/>
                </a:lnTo>
                <a:lnTo>
                  <a:pt x="2619375" y="1111973"/>
                </a:lnTo>
                <a:lnTo>
                  <a:pt x="2619375" y="1114602"/>
                </a:lnTo>
                <a:lnTo>
                  <a:pt x="2619845" y="1115733"/>
                </a:lnTo>
                <a:lnTo>
                  <a:pt x="2621711" y="1117587"/>
                </a:lnTo>
                <a:lnTo>
                  <a:pt x="2622829" y="1118057"/>
                </a:lnTo>
                <a:lnTo>
                  <a:pt x="2625458" y="1118057"/>
                </a:lnTo>
                <a:lnTo>
                  <a:pt x="2626576" y="1117587"/>
                </a:lnTo>
                <a:lnTo>
                  <a:pt x="2628442" y="1115733"/>
                </a:lnTo>
                <a:lnTo>
                  <a:pt x="2628900" y="1114602"/>
                </a:lnTo>
                <a:lnTo>
                  <a:pt x="2628900" y="1111973"/>
                </a:lnTo>
                <a:close/>
              </a:path>
              <a:path w="3914775" h="1672589">
                <a:moveTo>
                  <a:pt x="2628900" y="557707"/>
                </a:moveTo>
                <a:lnTo>
                  <a:pt x="2628442" y="556590"/>
                </a:lnTo>
                <a:lnTo>
                  <a:pt x="2626576" y="554723"/>
                </a:lnTo>
                <a:lnTo>
                  <a:pt x="2625458" y="554266"/>
                </a:lnTo>
                <a:lnTo>
                  <a:pt x="2622829" y="554266"/>
                </a:lnTo>
                <a:lnTo>
                  <a:pt x="2621711" y="554723"/>
                </a:lnTo>
                <a:lnTo>
                  <a:pt x="2619845" y="556590"/>
                </a:lnTo>
                <a:lnTo>
                  <a:pt x="2619375" y="557707"/>
                </a:lnTo>
                <a:lnTo>
                  <a:pt x="2619375" y="560336"/>
                </a:lnTo>
                <a:lnTo>
                  <a:pt x="2619845" y="561467"/>
                </a:lnTo>
                <a:lnTo>
                  <a:pt x="2621711" y="563321"/>
                </a:lnTo>
                <a:lnTo>
                  <a:pt x="2622829" y="563791"/>
                </a:lnTo>
                <a:lnTo>
                  <a:pt x="2625458" y="563791"/>
                </a:lnTo>
                <a:lnTo>
                  <a:pt x="2626576" y="563321"/>
                </a:lnTo>
                <a:lnTo>
                  <a:pt x="2628442" y="561467"/>
                </a:lnTo>
                <a:lnTo>
                  <a:pt x="2628900" y="560336"/>
                </a:lnTo>
                <a:lnTo>
                  <a:pt x="2628900" y="557707"/>
                </a:lnTo>
                <a:close/>
              </a:path>
              <a:path w="3914775" h="1672589">
                <a:moveTo>
                  <a:pt x="2628900" y="3441"/>
                </a:moveTo>
                <a:lnTo>
                  <a:pt x="2628442" y="2324"/>
                </a:lnTo>
                <a:lnTo>
                  <a:pt x="2626576" y="469"/>
                </a:lnTo>
                <a:lnTo>
                  <a:pt x="2625458" y="0"/>
                </a:lnTo>
                <a:lnTo>
                  <a:pt x="2622829" y="0"/>
                </a:lnTo>
                <a:lnTo>
                  <a:pt x="2621711" y="469"/>
                </a:lnTo>
                <a:lnTo>
                  <a:pt x="2619845" y="2324"/>
                </a:lnTo>
                <a:lnTo>
                  <a:pt x="2619375" y="3441"/>
                </a:lnTo>
                <a:lnTo>
                  <a:pt x="2619375" y="6070"/>
                </a:lnTo>
                <a:lnTo>
                  <a:pt x="2619845" y="7200"/>
                </a:lnTo>
                <a:lnTo>
                  <a:pt x="2621711" y="9055"/>
                </a:lnTo>
                <a:lnTo>
                  <a:pt x="2622829" y="9525"/>
                </a:lnTo>
                <a:lnTo>
                  <a:pt x="2625458" y="9525"/>
                </a:lnTo>
                <a:lnTo>
                  <a:pt x="2626576" y="9055"/>
                </a:lnTo>
                <a:lnTo>
                  <a:pt x="2628442" y="7200"/>
                </a:lnTo>
                <a:lnTo>
                  <a:pt x="2628900" y="6070"/>
                </a:lnTo>
                <a:lnTo>
                  <a:pt x="2628900" y="3441"/>
                </a:lnTo>
                <a:close/>
              </a:path>
              <a:path w="3914775" h="1672589">
                <a:moveTo>
                  <a:pt x="2676525" y="1666240"/>
                </a:moveTo>
                <a:lnTo>
                  <a:pt x="2676067" y="1665122"/>
                </a:lnTo>
                <a:lnTo>
                  <a:pt x="2674201" y="1663255"/>
                </a:lnTo>
                <a:lnTo>
                  <a:pt x="2673083" y="1662785"/>
                </a:lnTo>
                <a:lnTo>
                  <a:pt x="2670454" y="1662785"/>
                </a:lnTo>
                <a:lnTo>
                  <a:pt x="2669324" y="1663255"/>
                </a:lnTo>
                <a:lnTo>
                  <a:pt x="2667470" y="1665122"/>
                </a:lnTo>
                <a:lnTo>
                  <a:pt x="2667000" y="1666240"/>
                </a:lnTo>
                <a:lnTo>
                  <a:pt x="2667000" y="1668868"/>
                </a:lnTo>
                <a:lnTo>
                  <a:pt x="2667470" y="1669986"/>
                </a:lnTo>
                <a:lnTo>
                  <a:pt x="2669324" y="1671853"/>
                </a:lnTo>
                <a:lnTo>
                  <a:pt x="2670454" y="1672310"/>
                </a:lnTo>
                <a:lnTo>
                  <a:pt x="2673083" y="1672310"/>
                </a:lnTo>
                <a:lnTo>
                  <a:pt x="2674201" y="1671853"/>
                </a:lnTo>
                <a:lnTo>
                  <a:pt x="2676067" y="1669986"/>
                </a:lnTo>
                <a:lnTo>
                  <a:pt x="2676525" y="1668868"/>
                </a:lnTo>
                <a:lnTo>
                  <a:pt x="2676525" y="1666240"/>
                </a:lnTo>
                <a:close/>
              </a:path>
              <a:path w="3914775" h="1672589">
                <a:moveTo>
                  <a:pt x="2676525" y="1111973"/>
                </a:moveTo>
                <a:lnTo>
                  <a:pt x="2676067" y="1110856"/>
                </a:lnTo>
                <a:lnTo>
                  <a:pt x="2674201" y="1108989"/>
                </a:lnTo>
                <a:lnTo>
                  <a:pt x="2673083" y="1108532"/>
                </a:lnTo>
                <a:lnTo>
                  <a:pt x="2670454" y="1108532"/>
                </a:lnTo>
                <a:lnTo>
                  <a:pt x="2669324" y="1108989"/>
                </a:lnTo>
                <a:lnTo>
                  <a:pt x="2667470" y="1110856"/>
                </a:lnTo>
                <a:lnTo>
                  <a:pt x="2667000" y="1111973"/>
                </a:lnTo>
                <a:lnTo>
                  <a:pt x="2667000" y="1114602"/>
                </a:lnTo>
                <a:lnTo>
                  <a:pt x="2667470" y="1115733"/>
                </a:lnTo>
                <a:lnTo>
                  <a:pt x="2669324" y="1117587"/>
                </a:lnTo>
                <a:lnTo>
                  <a:pt x="2670454" y="1118057"/>
                </a:lnTo>
                <a:lnTo>
                  <a:pt x="2673083" y="1118057"/>
                </a:lnTo>
                <a:lnTo>
                  <a:pt x="2674201" y="1117587"/>
                </a:lnTo>
                <a:lnTo>
                  <a:pt x="2676067" y="1115733"/>
                </a:lnTo>
                <a:lnTo>
                  <a:pt x="2676525" y="1114602"/>
                </a:lnTo>
                <a:lnTo>
                  <a:pt x="2676525" y="1111973"/>
                </a:lnTo>
                <a:close/>
              </a:path>
              <a:path w="3914775" h="1672589">
                <a:moveTo>
                  <a:pt x="2676525" y="557707"/>
                </a:moveTo>
                <a:lnTo>
                  <a:pt x="2676067" y="556590"/>
                </a:lnTo>
                <a:lnTo>
                  <a:pt x="2674201" y="554723"/>
                </a:lnTo>
                <a:lnTo>
                  <a:pt x="2673083" y="554266"/>
                </a:lnTo>
                <a:lnTo>
                  <a:pt x="2670454" y="554266"/>
                </a:lnTo>
                <a:lnTo>
                  <a:pt x="2669324" y="554723"/>
                </a:lnTo>
                <a:lnTo>
                  <a:pt x="2667470" y="556590"/>
                </a:lnTo>
                <a:lnTo>
                  <a:pt x="2667000" y="557707"/>
                </a:lnTo>
                <a:lnTo>
                  <a:pt x="2667000" y="560336"/>
                </a:lnTo>
                <a:lnTo>
                  <a:pt x="2667470" y="561467"/>
                </a:lnTo>
                <a:lnTo>
                  <a:pt x="2669324" y="563321"/>
                </a:lnTo>
                <a:lnTo>
                  <a:pt x="2670454" y="563791"/>
                </a:lnTo>
                <a:lnTo>
                  <a:pt x="2673083" y="563791"/>
                </a:lnTo>
                <a:lnTo>
                  <a:pt x="2674201" y="563321"/>
                </a:lnTo>
                <a:lnTo>
                  <a:pt x="2676067" y="561467"/>
                </a:lnTo>
                <a:lnTo>
                  <a:pt x="2676525" y="560336"/>
                </a:lnTo>
                <a:lnTo>
                  <a:pt x="2676525" y="557707"/>
                </a:lnTo>
                <a:close/>
              </a:path>
              <a:path w="3914775" h="1672589">
                <a:moveTo>
                  <a:pt x="2676525" y="3441"/>
                </a:moveTo>
                <a:lnTo>
                  <a:pt x="2676067" y="2324"/>
                </a:lnTo>
                <a:lnTo>
                  <a:pt x="2674201" y="469"/>
                </a:lnTo>
                <a:lnTo>
                  <a:pt x="2673083" y="0"/>
                </a:lnTo>
                <a:lnTo>
                  <a:pt x="2670454" y="0"/>
                </a:lnTo>
                <a:lnTo>
                  <a:pt x="2669324" y="469"/>
                </a:lnTo>
                <a:lnTo>
                  <a:pt x="2667470" y="2324"/>
                </a:lnTo>
                <a:lnTo>
                  <a:pt x="2667000" y="3441"/>
                </a:lnTo>
                <a:lnTo>
                  <a:pt x="2667000" y="6070"/>
                </a:lnTo>
                <a:lnTo>
                  <a:pt x="2667470" y="7200"/>
                </a:lnTo>
                <a:lnTo>
                  <a:pt x="2669324" y="9055"/>
                </a:lnTo>
                <a:lnTo>
                  <a:pt x="2670454" y="9525"/>
                </a:lnTo>
                <a:lnTo>
                  <a:pt x="2673083" y="9525"/>
                </a:lnTo>
                <a:lnTo>
                  <a:pt x="2674201" y="9055"/>
                </a:lnTo>
                <a:lnTo>
                  <a:pt x="2676067" y="7200"/>
                </a:lnTo>
                <a:lnTo>
                  <a:pt x="2676525" y="6070"/>
                </a:lnTo>
                <a:lnTo>
                  <a:pt x="2676525" y="3441"/>
                </a:lnTo>
                <a:close/>
              </a:path>
              <a:path w="3914775" h="1672589">
                <a:moveTo>
                  <a:pt x="2724150" y="1666240"/>
                </a:moveTo>
                <a:lnTo>
                  <a:pt x="2723692" y="1665122"/>
                </a:lnTo>
                <a:lnTo>
                  <a:pt x="2721826" y="1663255"/>
                </a:lnTo>
                <a:lnTo>
                  <a:pt x="2720708" y="1662785"/>
                </a:lnTo>
                <a:lnTo>
                  <a:pt x="2718079" y="1662785"/>
                </a:lnTo>
                <a:lnTo>
                  <a:pt x="2716949" y="1663255"/>
                </a:lnTo>
                <a:lnTo>
                  <a:pt x="2715095" y="1665122"/>
                </a:lnTo>
                <a:lnTo>
                  <a:pt x="2714625" y="1666240"/>
                </a:lnTo>
                <a:lnTo>
                  <a:pt x="2714625" y="1668868"/>
                </a:lnTo>
                <a:lnTo>
                  <a:pt x="2715095" y="1669986"/>
                </a:lnTo>
                <a:lnTo>
                  <a:pt x="2716949" y="1671853"/>
                </a:lnTo>
                <a:lnTo>
                  <a:pt x="2718079" y="1672310"/>
                </a:lnTo>
                <a:lnTo>
                  <a:pt x="2720708" y="1672310"/>
                </a:lnTo>
                <a:lnTo>
                  <a:pt x="2721826" y="1671853"/>
                </a:lnTo>
                <a:lnTo>
                  <a:pt x="2723692" y="1669986"/>
                </a:lnTo>
                <a:lnTo>
                  <a:pt x="2724150" y="1668868"/>
                </a:lnTo>
                <a:lnTo>
                  <a:pt x="2724150" y="1666240"/>
                </a:lnTo>
                <a:close/>
              </a:path>
              <a:path w="3914775" h="1672589">
                <a:moveTo>
                  <a:pt x="2724150" y="1111973"/>
                </a:moveTo>
                <a:lnTo>
                  <a:pt x="2723692" y="1110856"/>
                </a:lnTo>
                <a:lnTo>
                  <a:pt x="2721826" y="1108989"/>
                </a:lnTo>
                <a:lnTo>
                  <a:pt x="2720708" y="1108532"/>
                </a:lnTo>
                <a:lnTo>
                  <a:pt x="2718079" y="1108532"/>
                </a:lnTo>
                <a:lnTo>
                  <a:pt x="2716949" y="1108989"/>
                </a:lnTo>
                <a:lnTo>
                  <a:pt x="2715095" y="1110856"/>
                </a:lnTo>
                <a:lnTo>
                  <a:pt x="2714625" y="1111973"/>
                </a:lnTo>
                <a:lnTo>
                  <a:pt x="2714625" y="1114602"/>
                </a:lnTo>
                <a:lnTo>
                  <a:pt x="2715095" y="1115733"/>
                </a:lnTo>
                <a:lnTo>
                  <a:pt x="2716949" y="1117587"/>
                </a:lnTo>
                <a:lnTo>
                  <a:pt x="2718079" y="1118057"/>
                </a:lnTo>
                <a:lnTo>
                  <a:pt x="2720708" y="1118057"/>
                </a:lnTo>
                <a:lnTo>
                  <a:pt x="2721826" y="1117587"/>
                </a:lnTo>
                <a:lnTo>
                  <a:pt x="2723692" y="1115733"/>
                </a:lnTo>
                <a:lnTo>
                  <a:pt x="2724150" y="1114602"/>
                </a:lnTo>
                <a:lnTo>
                  <a:pt x="2724150" y="1111973"/>
                </a:lnTo>
                <a:close/>
              </a:path>
              <a:path w="3914775" h="1672589">
                <a:moveTo>
                  <a:pt x="2724150" y="557707"/>
                </a:moveTo>
                <a:lnTo>
                  <a:pt x="2723692" y="556590"/>
                </a:lnTo>
                <a:lnTo>
                  <a:pt x="2721826" y="554723"/>
                </a:lnTo>
                <a:lnTo>
                  <a:pt x="2720708" y="554266"/>
                </a:lnTo>
                <a:lnTo>
                  <a:pt x="2718079" y="554266"/>
                </a:lnTo>
                <a:lnTo>
                  <a:pt x="2716949" y="554723"/>
                </a:lnTo>
                <a:lnTo>
                  <a:pt x="2715095" y="556590"/>
                </a:lnTo>
                <a:lnTo>
                  <a:pt x="2714625" y="557707"/>
                </a:lnTo>
                <a:lnTo>
                  <a:pt x="2714625" y="560336"/>
                </a:lnTo>
                <a:lnTo>
                  <a:pt x="2715095" y="561467"/>
                </a:lnTo>
                <a:lnTo>
                  <a:pt x="2716949" y="563321"/>
                </a:lnTo>
                <a:lnTo>
                  <a:pt x="2718079" y="563791"/>
                </a:lnTo>
                <a:lnTo>
                  <a:pt x="2720708" y="563791"/>
                </a:lnTo>
                <a:lnTo>
                  <a:pt x="2721826" y="563321"/>
                </a:lnTo>
                <a:lnTo>
                  <a:pt x="2723692" y="561467"/>
                </a:lnTo>
                <a:lnTo>
                  <a:pt x="2724150" y="560336"/>
                </a:lnTo>
                <a:lnTo>
                  <a:pt x="2724150" y="557707"/>
                </a:lnTo>
                <a:close/>
              </a:path>
              <a:path w="3914775" h="1672589">
                <a:moveTo>
                  <a:pt x="2724150" y="3441"/>
                </a:moveTo>
                <a:lnTo>
                  <a:pt x="2723692" y="2324"/>
                </a:lnTo>
                <a:lnTo>
                  <a:pt x="2721826" y="469"/>
                </a:lnTo>
                <a:lnTo>
                  <a:pt x="2720708" y="0"/>
                </a:lnTo>
                <a:lnTo>
                  <a:pt x="2718079" y="0"/>
                </a:lnTo>
                <a:lnTo>
                  <a:pt x="2716949" y="469"/>
                </a:lnTo>
                <a:lnTo>
                  <a:pt x="2715095" y="2324"/>
                </a:lnTo>
                <a:lnTo>
                  <a:pt x="2714625" y="3441"/>
                </a:lnTo>
                <a:lnTo>
                  <a:pt x="2714625" y="6070"/>
                </a:lnTo>
                <a:lnTo>
                  <a:pt x="2715095" y="7200"/>
                </a:lnTo>
                <a:lnTo>
                  <a:pt x="2716949" y="9055"/>
                </a:lnTo>
                <a:lnTo>
                  <a:pt x="2718079" y="9525"/>
                </a:lnTo>
                <a:lnTo>
                  <a:pt x="2720708" y="9525"/>
                </a:lnTo>
                <a:lnTo>
                  <a:pt x="2721826" y="9055"/>
                </a:lnTo>
                <a:lnTo>
                  <a:pt x="2723692" y="7200"/>
                </a:lnTo>
                <a:lnTo>
                  <a:pt x="2724150" y="6070"/>
                </a:lnTo>
                <a:lnTo>
                  <a:pt x="2724150" y="3441"/>
                </a:lnTo>
                <a:close/>
              </a:path>
              <a:path w="3914775" h="1672589">
                <a:moveTo>
                  <a:pt x="2771775" y="1666240"/>
                </a:moveTo>
                <a:lnTo>
                  <a:pt x="2771317" y="1665122"/>
                </a:lnTo>
                <a:lnTo>
                  <a:pt x="2769451" y="1663255"/>
                </a:lnTo>
                <a:lnTo>
                  <a:pt x="2768333" y="1662785"/>
                </a:lnTo>
                <a:lnTo>
                  <a:pt x="2765704" y="1662785"/>
                </a:lnTo>
                <a:lnTo>
                  <a:pt x="2764574" y="1663255"/>
                </a:lnTo>
                <a:lnTo>
                  <a:pt x="2762720" y="1665122"/>
                </a:lnTo>
                <a:lnTo>
                  <a:pt x="2762250" y="1666240"/>
                </a:lnTo>
                <a:lnTo>
                  <a:pt x="2762250" y="1668868"/>
                </a:lnTo>
                <a:lnTo>
                  <a:pt x="2762720" y="1669986"/>
                </a:lnTo>
                <a:lnTo>
                  <a:pt x="2764574" y="1671853"/>
                </a:lnTo>
                <a:lnTo>
                  <a:pt x="2765704" y="1672310"/>
                </a:lnTo>
                <a:lnTo>
                  <a:pt x="2768333" y="1672310"/>
                </a:lnTo>
                <a:lnTo>
                  <a:pt x="2769451" y="1671853"/>
                </a:lnTo>
                <a:lnTo>
                  <a:pt x="2771317" y="1669986"/>
                </a:lnTo>
                <a:lnTo>
                  <a:pt x="2771775" y="1668868"/>
                </a:lnTo>
                <a:lnTo>
                  <a:pt x="2771775" y="1666240"/>
                </a:lnTo>
                <a:close/>
              </a:path>
              <a:path w="3914775" h="1672589">
                <a:moveTo>
                  <a:pt x="2771775" y="1111973"/>
                </a:moveTo>
                <a:lnTo>
                  <a:pt x="2771317" y="1110856"/>
                </a:lnTo>
                <a:lnTo>
                  <a:pt x="2769451" y="1108989"/>
                </a:lnTo>
                <a:lnTo>
                  <a:pt x="2768333" y="1108532"/>
                </a:lnTo>
                <a:lnTo>
                  <a:pt x="2765704" y="1108532"/>
                </a:lnTo>
                <a:lnTo>
                  <a:pt x="2764574" y="1108989"/>
                </a:lnTo>
                <a:lnTo>
                  <a:pt x="2762720" y="1110856"/>
                </a:lnTo>
                <a:lnTo>
                  <a:pt x="2762250" y="1111973"/>
                </a:lnTo>
                <a:lnTo>
                  <a:pt x="2762250" y="1114602"/>
                </a:lnTo>
                <a:lnTo>
                  <a:pt x="2762720" y="1115733"/>
                </a:lnTo>
                <a:lnTo>
                  <a:pt x="2764574" y="1117587"/>
                </a:lnTo>
                <a:lnTo>
                  <a:pt x="2765704" y="1118057"/>
                </a:lnTo>
                <a:lnTo>
                  <a:pt x="2768333" y="1118057"/>
                </a:lnTo>
                <a:lnTo>
                  <a:pt x="2769451" y="1117587"/>
                </a:lnTo>
                <a:lnTo>
                  <a:pt x="2771317" y="1115733"/>
                </a:lnTo>
                <a:lnTo>
                  <a:pt x="2771775" y="1114602"/>
                </a:lnTo>
                <a:lnTo>
                  <a:pt x="2771775" y="1111973"/>
                </a:lnTo>
                <a:close/>
              </a:path>
              <a:path w="3914775" h="1672589">
                <a:moveTo>
                  <a:pt x="2771775" y="557707"/>
                </a:moveTo>
                <a:lnTo>
                  <a:pt x="2771317" y="556590"/>
                </a:lnTo>
                <a:lnTo>
                  <a:pt x="2769451" y="554723"/>
                </a:lnTo>
                <a:lnTo>
                  <a:pt x="2768333" y="554266"/>
                </a:lnTo>
                <a:lnTo>
                  <a:pt x="2765704" y="554266"/>
                </a:lnTo>
                <a:lnTo>
                  <a:pt x="2764574" y="554723"/>
                </a:lnTo>
                <a:lnTo>
                  <a:pt x="2762720" y="556590"/>
                </a:lnTo>
                <a:lnTo>
                  <a:pt x="2762250" y="557707"/>
                </a:lnTo>
                <a:lnTo>
                  <a:pt x="2762250" y="560336"/>
                </a:lnTo>
                <a:lnTo>
                  <a:pt x="2762720" y="561467"/>
                </a:lnTo>
                <a:lnTo>
                  <a:pt x="2764574" y="563321"/>
                </a:lnTo>
                <a:lnTo>
                  <a:pt x="2765704" y="563791"/>
                </a:lnTo>
                <a:lnTo>
                  <a:pt x="2768333" y="563791"/>
                </a:lnTo>
                <a:lnTo>
                  <a:pt x="2769451" y="563321"/>
                </a:lnTo>
                <a:lnTo>
                  <a:pt x="2771317" y="561467"/>
                </a:lnTo>
                <a:lnTo>
                  <a:pt x="2771775" y="560336"/>
                </a:lnTo>
                <a:lnTo>
                  <a:pt x="2771775" y="557707"/>
                </a:lnTo>
                <a:close/>
              </a:path>
              <a:path w="3914775" h="1672589">
                <a:moveTo>
                  <a:pt x="2771775" y="3441"/>
                </a:moveTo>
                <a:lnTo>
                  <a:pt x="2771317" y="2324"/>
                </a:lnTo>
                <a:lnTo>
                  <a:pt x="2769451" y="469"/>
                </a:lnTo>
                <a:lnTo>
                  <a:pt x="2768333" y="0"/>
                </a:lnTo>
                <a:lnTo>
                  <a:pt x="2765704" y="0"/>
                </a:lnTo>
                <a:lnTo>
                  <a:pt x="2764574" y="469"/>
                </a:lnTo>
                <a:lnTo>
                  <a:pt x="2762720" y="2324"/>
                </a:lnTo>
                <a:lnTo>
                  <a:pt x="2762250" y="3441"/>
                </a:lnTo>
                <a:lnTo>
                  <a:pt x="2762250" y="6070"/>
                </a:lnTo>
                <a:lnTo>
                  <a:pt x="2762720" y="7200"/>
                </a:lnTo>
                <a:lnTo>
                  <a:pt x="2764574" y="9055"/>
                </a:lnTo>
                <a:lnTo>
                  <a:pt x="2765704" y="9525"/>
                </a:lnTo>
                <a:lnTo>
                  <a:pt x="2768333" y="9525"/>
                </a:lnTo>
                <a:lnTo>
                  <a:pt x="2769451" y="9055"/>
                </a:lnTo>
                <a:lnTo>
                  <a:pt x="2771317" y="7200"/>
                </a:lnTo>
                <a:lnTo>
                  <a:pt x="2771775" y="6070"/>
                </a:lnTo>
                <a:lnTo>
                  <a:pt x="2771775" y="3441"/>
                </a:lnTo>
                <a:close/>
              </a:path>
              <a:path w="3914775" h="1672589">
                <a:moveTo>
                  <a:pt x="2819400" y="1666240"/>
                </a:moveTo>
                <a:lnTo>
                  <a:pt x="2818942" y="1665122"/>
                </a:lnTo>
                <a:lnTo>
                  <a:pt x="2817076" y="1663255"/>
                </a:lnTo>
                <a:lnTo>
                  <a:pt x="2815958" y="1662785"/>
                </a:lnTo>
                <a:lnTo>
                  <a:pt x="2813329" y="1662785"/>
                </a:lnTo>
                <a:lnTo>
                  <a:pt x="2812199" y="1663255"/>
                </a:lnTo>
                <a:lnTo>
                  <a:pt x="2810345" y="1665122"/>
                </a:lnTo>
                <a:lnTo>
                  <a:pt x="2809875" y="1666240"/>
                </a:lnTo>
                <a:lnTo>
                  <a:pt x="2809875" y="1668868"/>
                </a:lnTo>
                <a:lnTo>
                  <a:pt x="2810345" y="1669986"/>
                </a:lnTo>
                <a:lnTo>
                  <a:pt x="2812199" y="1671853"/>
                </a:lnTo>
                <a:lnTo>
                  <a:pt x="2813329" y="1672310"/>
                </a:lnTo>
                <a:lnTo>
                  <a:pt x="2815958" y="1672310"/>
                </a:lnTo>
                <a:lnTo>
                  <a:pt x="2817076" y="1671853"/>
                </a:lnTo>
                <a:lnTo>
                  <a:pt x="2818942" y="1669986"/>
                </a:lnTo>
                <a:lnTo>
                  <a:pt x="2819400" y="1668868"/>
                </a:lnTo>
                <a:lnTo>
                  <a:pt x="2819400" y="1666240"/>
                </a:lnTo>
                <a:close/>
              </a:path>
              <a:path w="3914775" h="1672589">
                <a:moveTo>
                  <a:pt x="2819400" y="1111973"/>
                </a:moveTo>
                <a:lnTo>
                  <a:pt x="2818942" y="1110856"/>
                </a:lnTo>
                <a:lnTo>
                  <a:pt x="2817076" y="1108989"/>
                </a:lnTo>
                <a:lnTo>
                  <a:pt x="2815958" y="1108532"/>
                </a:lnTo>
                <a:lnTo>
                  <a:pt x="2813329" y="1108532"/>
                </a:lnTo>
                <a:lnTo>
                  <a:pt x="2812199" y="1108989"/>
                </a:lnTo>
                <a:lnTo>
                  <a:pt x="2810345" y="1110856"/>
                </a:lnTo>
                <a:lnTo>
                  <a:pt x="2809875" y="1111973"/>
                </a:lnTo>
                <a:lnTo>
                  <a:pt x="2809875" y="1114602"/>
                </a:lnTo>
                <a:lnTo>
                  <a:pt x="2810345" y="1115733"/>
                </a:lnTo>
                <a:lnTo>
                  <a:pt x="2812199" y="1117587"/>
                </a:lnTo>
                <a:lnTo>
                  <a:pt x="2813329" y="1118057"/>
                </a:lnTo>
                <a:lnTo>
                  <a:pt x="2815958" y="1118057"/>
                </a:lnTo>
                <a:lnTo>
                  <a:pt x="2817076" y="1117587"/>
                </a:lnTo>
                <a:lnTo>
                  <a:pt x="2818942" y="1115733"/>
                </a:lnTo>
                <a:lnTo>
                  <a:pt x="2819400" y="1114602"/>
                </a:lnTo>
                <a:lnTo>
                  <a:pt x="2819400" y="1111973"/>
                </a:lnTo>
                <a:close/>
              </a:path>
              <a:path w="3914775" h="1672589">
                <a:moveTo>
                  <a:pt x="2819400" y="557707"/>
                </a:moveTo>
                <a:lnTo>
                  <a:pt x="2818942" y="556590"/>
                </a:lnTo>
                <a:lnTo>
                  <a:pt x="2817076" y="554723"/>
                </a:lnTo>
                <a:lnTo>
                  <a:pt x="2815958" y="554266"/>
                </a:lnTo>
                <a:lnTo>
                  <a:pt x="2813329" y="554266"/>
                </a:lnTo>
                <a:lnTo>
                  <a:pt x="2812199" y="554723"/>
                </a:lnTo>
                <a:lnTo>
                  <a:pt x="2810345" y="556590"/>
                </a:lnTo>
                <a:lnTo>
                  <a:pt x="2809875" y="557707"/>
                </a:lnTo>
                <a:lnTo>
                  <a:pt x="2809875" y="560336"/>
                </a:lnTo>
                <a:lnTo>
                  <a:pt x="2810345" y="561467"/>
                </a:lnTo>
                <a:lnTo>
                  <a:pt x="2812199" y="563321"/>
                </a:lnTo>
                <a:lnTo>
                  <a:pt x="2813329" y="563791"/>
                </a:lnTo>
                <a:lnTo>
                  <a:pt x="2815958" y="563791"/>
                </a:lnTo>
                <a:lnTo>
                  <a:pt x="2817076" y="563321"/>
                </a:lnTo>
                <a:lnTo>
                  <a:pt x="2818942" y="561467"/>
                </a:lnTo>
                <a:lnTo>
                  <a:pt x="2819400" y="560336"/>
                </a:lnTo>
                <a:lnTo>
                  <a:pt x="2819400" y="557707"/>
                </a:lnTo>
                <a:close/>
              </a:path>
              <a:path w="3914775" h="1672589">
                <a:moveTo>
                  <a:pt x="2819400" y="3441"/>
                </a:moveTo>
                <a:lnTo>
                  <a:pt x="2818942" y="2324"/>
                </a:lnTo>
                <a:lnTo>
                  <a:pt x="2817076" y="469"/>
                </a:lnTo>
                <a:lnTo>
                  <a:pt x="2815958" y="0"/>
                </a:lnTo>
                <a:lnTo>
                  <a:pt x="2813329" y="0"/>
                </a:lnTo>
                <a:lnTo>
                  <a:pt x="2812199" y="469"/>
                </a:lnTo>
                <a:lnTo>
                  <a:pt x="2810345" y="2324"/>
                </a:lnTo>
                <a:lnTo>
                  <a:pt x="2809875" y="3441"/>
                </a:lnTo>
                <a:lnTo>
                  <a:pt x="2809875" y="6070"/>
                </a:lnTo>
                <a:lnTo>
                  <a:pt x="2810345" y="7200"/>
                </a:lnTo>
                <a:lnTo>
                  <a:pt x="2812199" y="9055"/>
                </a:lnTo>
                <a:lnTo>
                  <a:pt x="2813329" y="9525"/>
                </a:lnTo>
                <a:lnTo>
                  <a:pt x="2815958" y="9525"/>
                </a:lnTo>
                <a:lnTo>
                  <a:pt x="2817076" y="9055"/>
                </a:lnTo>
                <a:lnTo>
                  <a:pt x="2818942" y="7200"/>
                </a:lnTo>
                <a:lnTo>
                  <a:pt x="2819400" y="6070"/>
                </a:lnTo>
                <a:lnTo>
                  <a:pt x="2819400" y="3441"/>
                </a:lnTo>
                <a:close/>
              </a:path>
              <a:path w="3914775" h="1672589">
                <a:moveTo>
                  <a:pt x="2867025" y="1666240"/>
                </a:moveTo>
                <a:lnTo>
                  <a:pt x="2866567" y="1665122"/>
                </a:lnTo>
                <a:lnTo>
                  <a:pt x="2864701" y="1663255"/>
                </a:lnTo>
                <a:lnTo>
                  <a:pt x="2863583" y="1662785"/>
                </a:lnTo>
                <a:lnTo>
                  <a:pt x="2860954" y="1662785"/>
                </a:lnTo>
                <a:lnTo>
                  <a:pt x="2859824" y="1663255"/>
                </a:lnTo>
                <a:lnTo>
                  <a:pt x="2857970" y="1665122"/>
                </a:lnTo>
                <a:lnTo>
                  <a:pt x="2857500" y="1666240"/>
                </a:lnTo>
                <a:lnTo>
                  <a:pt x="2857500" y="1668868"/>
                </a:lnTo>
                <a:lnTo>
                  <a:pt x="2857970" y="1669986"/>
                </a:lnTo>
                <a:lnTo>
                  <a:pt x="2859824" y="1671853"/>
                </a:lnTo>
                <a:lnTo>
                  <a:pt x="2860954" y="1672310"/>
                </a:lnTo>
                <a:lnTo>
                  <a:pt x="2863583" y="1672310"/>
                </a:lnTo>
                <a:lnTo>
                  <a:pt x="2864701" y="1671853"/>
                </a:lnTo>
                <a:lnTo>
                  <a:pt x="2866567" y="1669986"/>
                </a:lnTo>
                <a:lnTo>
                  <a:pt x="2867025" y="1668868"/>
                </a:lnTo>
                <a:lnTo>
                  <a:pt x="2867025" y="1666240"/>
                </a:lnTo>
                <a:close/>
              </a:path>
              <a:path w="3914775" h="1672589">
                <a:moveTo>
                  <a:pt x="2867025" y="1111973"/>
                </a:moveTo>
                <a:lnTo>
                  <a:pt x="2866567" y="1110856"/>
                </a:lnTo>
                <a:lnTo>
                  <a:pt x="2864701" y="1108989"/>
                </a:lnTo>
                <a:lnTo>
                  <a:pt x="2863583" y="1108532"/>
                </a:lnTo>
                <a:lnTo>
                  <a:pt x="2860954" y="1108532"/>
                </a:lnTo>
                <a:lnTo>
                  <a:pt x="2859824" y="1108989"/>
                </a:lnTo>
                <a:lnTo>
                  <a:pt x="2857970" y="1110856"/>
                </a:lnTo>
                <a:lnTo>
                  <a:pt x="2857500" y="1111973"/>
                </a:lnTo>
                <a:lnTo>
                  <a:pt x="2857500" y="1114602"/>
                </a:lnTo>
                <a:lnTo>
                  <a:pt x="2857970" y="1115733"/>
                </a:lnTo>
                <a:lnTo>
                  <a:pt x="2859824" y="1117587"/>
                </a:lnTo>
                <a:lnTo>
                  <a:pt x="2860954" y="1118057"/>
                </a:lnTo>
                <a:lnTo>
                  <a:pt x="2863583" y="1118057"/>
                </a:lnTo>
                <a:lnTo>
                  <a:pt x="2864701" y="1117587"/>
                </a:lnTo>
                <a:lnTo>
                  <a:pt x="2866567" y="1115733"/>
                </a:lnTo>
                <a:lnTo>
                  <a:pt x="2867025" y="1114602"/>
                </a:lnTo>
                <a:lnTo>
                  <a:pt x="2867025" y="1111973"/>
                </a:lnTo>
                <a:close/>
              </a:path>
              <a:path w="3914775" h="1672589">
                <a:moveTo>
                  <a:pt x="2867025" y="557707"/>
                </a:moveTo>
                <a:lnTo>
                  <a:pt x="2866567" y="556590"/>
                </a:lnTo>
                <a:lnTo>
                  <a:pt x="2864701" y="554723"/>
                </a:lnTo>
                <a:lnTo>
                  <a:pt x="2863583" y="554266"/>
                </a:lnTo>
                <a:lnTo>
                  <a:pt x="2860954" y="554266"/>
                </a:lnTo>
                <a:lnTo>
                  <a:pt x="2859824" y="554723"/>
                </a:lnTo>
                <a:lnTo>
                  <a:pt x="2857970" y="556590"/>
                </a:lnTo>
                <a:lnTo>
                  <a:pt x="2857500" y="557707"/>
                </a:lnTo>
                <a:lnTo>
                  <a:pt x="2857500" y="560336"/>
                </a:lnTo>
                <a:lnTo>
                  <a:pt x="2857970" y="561467"/>
                </a:lnTo>
                <a:lnTo>
                  <a:pt x="2859824" y="563321"/>
                </a:lnTo>
                <a:lnTo>
                  <a:pt x="2860954" y="563791"/>
                </a:lnTo>
                <a:lnTo>
                  <a:pt x="2863583" y="563791"/>
                </a:lnTo>
                <a:lnTo>
                  <a:pt x="2864701" y="563321"/>
                </a:lnTo>
                <a:lnTo>
                  <a:pt x="2866567" y="561467"/>
                </a:lnTo>
                <a:lnTo>
                  <a:pt x="2867025" y="560336"/>
                </a:lnTo>
                <a:lnTo>
                  <a:pt x="2867025" y="557707"/>
                </a:lnTo>
                <a:close/>
              </a:path>
              <a:path w="3914775" h="1672589">
                <a:moveTo>
                  <a:pt x="2867025" y="3441"/>
                </a:moveTo>
                <a:lnTo>
                  <a:pt x="2866567" y="2324"/>
                </a:lnTo>
                <a:lnTo>
                  <a:pt x="2864701" y="469"/>
                </a:lnTo>
                <a:lnTo>
                  <a:pt x="2863583" y="0"/>
                </a:lnTo>
                <a:lnTo>
                  <a:pt x="2860954" y="0"/>
                </a:lnTo>
                <a:lnTo>
                  <a:pt x="2859824" y="469"/>
                </a:lnTo>
                <a:lnTo>
                  <a:pt x="2857970" y="2324"/>
                </a:lnTo>
                <a:lnTo>
                  <a:pt x="2857500" y="3441"/>
                </a:lnTo>
                <a:lnTo>
                  <a:pt x="2857500" y="6070"/>
                </a:lnTo>
                <a:lnTo>
                  <a:pt x="2857970" y="7200"/>
                </a:lnTo>
                <a:lnTo>
                  <a:pt x="2859824" y="9055"/>
                </a:lnTo>
                <a:lnTo>
                  <a:pt x="2860954" y="9525"/>
                </a:lnTo>
                <a:lnTo>
                  <a:pt x="2863583" y="9525"/>
                </a:lnTo>
                <a:lnTo>
                  <a:pt x="2864701" y="9055"/>
                </a:lnTo>
                <a:lnTo>
                  <a:pt x="2866567" y="7200"/>
                </a:lnTo>
                <a:lnTo>
                  <a:pt x="2867025" y="6070"/>
                </a:lnTo>
                <a:lnTo>
                  <a:pt x="2867025" y="3441"/>
                </a:lnTo>
                <a:close/>
              </a:path>
              <a:path w="3914775" h="1672589">
                <a:moveTo>
                  <a:pt x="2914650" y="1666240"/>
                </a:moveTo>
                <a:lnTo>
                  <a:pt x="2914192" y="1665122"/>
                </a:lnTo>
                <a:lnTo>
                  <a:pt x="2912326" y="1663255"/>
                </a:lnTo>
                <a:lnTo>
                  <a:pt x="2911208" y="1662785"/>
                </a:lnTo>
                <a:lnTo>
                  <a:pt x="2908579" y="1662785"/>
                </a:lnTo>
                <a:lnTo>
                  <a:pt x="2907449" y="1663255"/>
                </a:lnTo>
                <a:lnTo>
                  <a:pt x="2905595" y="1665122"/>
                </a:lnTo>
                <a:lnTo>
                  <a:pt x="2905125" y="1666240"/>
                </a:lnTo>
                <a:lnTo>
                  <a:pt x="2905125" y="1668868"/>
                </a:lnTo>
                <a:lnTo>
                  <a:pt x="2905595" y="1669986"/>
                </a:lnTo>
                <a:lnTo>
                  <a:pt x="2907449" y="1671853"/>
                </a:lnTo>
                <a:lnTo>
                  <a:pt x="2908579" y="1672310"/>
                </a:lnTo>
                <a:lnTo>
                  <a:pt x="2911208" y="1672310"/>
                </a:lnTo>
                <a:lnTo>
                  <a:pt x="2912326" y="1671853"/>
                </a:lnTo>
                <a:lnTo>
                  <a:pt x="2914192" y="1669986"/>
                </a:lnTo>
                <a:lnTo>
                  <a:pt x="2914650" y="1668868"/>
                </a:lnTo>
                <a:lnTo>
                  <a:pt x="2914650" y="1666240"/>
                </a:lnTo>
                <a:close/>
              </a:path>
              <a:path w="3914775" h="1672589">
                <a:moveTo>
                  <a:pt x="2914650" y="1111973"/>
                </a:moveTo>
                <a:lnTo>
                  <a:pt x="2914192" y="1110856"/>
                </a:lnTo>
                <a:lnTo>
                  <a:pt x="2912326" y="1108989"/>
                </a:lnTo>
                <a:lnTo>
                  <a:pt x="2911208" y="1108532"/>
                </a:lnTo>
                <a:lnTo>
                  <a:pt x="2908579" y="1108532"/>
                </a:lnTo>
                <a:lnTo>
                  <a:pt x="2907449" y="1108989"/>
                </a:lnTo>
                <a:lnTo>
                  <a:pt x="2905595" y="1110856"/>
                </a:lnTo>
                <a:lnTo>
                  <a:pt x="2905125" y="1111973"/>
                </a:lnTo>
                <a:lnTo>
                  <a:pt x="2905125" y="1114602"/>
                </a:lnTo>
                <a:lnTo>
                  <a:pt x="2905595" y="1115733"/>
                </a:lnTo>
                <a:lnTo>
                  <a:pt x="2907449" y="1117587"/>
                </a:lnTo>
                <a:lnTo>
                  <a:pt x="2908579" y="1118057"/>
                </a:lnTo>
                <a:lnTo>
                  <a:pt x="2911208" y="1118057"/>
                </a:lnTo>
                <a:lnTo>
                  <a:pt x="2912326" y="1117587"/>
                </a:lnTo>
                <a:lnTo>
                  <a:pt x="2914192" y="1115733"/>
                </a:lnTo>
                <a:lnTo>
                  <a:pt x="2914650" y="1114602"/>
                </a:lnTo>
                <a:lnTo>
                  <a:pt x="2914650" y="1111973"/>
                </a:lnTo>
                <a:close/>
              </a:path>
              <a:path w="3914775" h="1672589">
                <a:moveTo>
                  <a:pt x="2914650" y="557707"/>
                </a:moveTo>
                <a:lnTo>
                  <a:pt x="2914192" y="556590"/>
                </a:lnTo>
                <a:lnTo>
                  <a:pt x="2912326" y="554723"/>
                </a:lnTo>
                <a:lnTo>
                  <a:pt x="2911208" y="554266"/>
                </a:lnTo>
                <a:lnTo>
                  <a:pt x="2908579" y="554266"/>
                </a:lnTo>
                <a:lnTo>
                  <a:pt x="2907449" y="554723"/>
                </a:lnTo>
                <a:lnTo>
                  <a:pt x="2905595" y="556590"/>
                </a:lnTo>
                <a:lnTo>
                  <a:pt x="2905125" y="557707"/>
                </a:lnTo>
                <a:lnTo>
                  <a:pt x="2905125" y="560336"/>
                </a:lnTo>
                <a:lnTo>
                  <a:pt x="2905595" y="561467"/>
                </a:lnTo>
                <a:lnTo>
                  <a:pt x="2907449" y="563321"/>
                </a:lnTo>
                <a:lnTo>
                  <a:pt x="2908579" y="563791"/>
                </a:lnTo>
                <a:lnTo>
                  <a:pt x="2911208" y="563791"/>
                </a:lnTo>
                <a:lnTo>
                  <a:pt x="2912326" y="563321"/>
                </a:lnTo>
                <a:lnTo>
                  <a:pt x="2914192" y="561467"/>
                </a:lnTo>
                <a:lnTo>
                  <a:pt x="2914650" y="560336"/>
                </a:lnTo>
                <a:lnTo>
                  <a:pt x="2914650" y="557707"/>
                </a:lnTo>
                <a:close/>
              </a:path>
              <a:path w="3914775" h="1672589">
                <a:moveTo>
                  <a:pt x="2914650" y="3441"/>
                </a:moveTo>
                <a:lnTo>
                  <a:pt x="2914192" y="2324"/>
                </a:lnTo>
                <a:lnTo>
                  <a:pt x="2912326" y="469"/>
                </a:lnTo>
                <a:lnTo>
                  <a:pt x="2911208" y="0"/>
                </a:lnTo>
                <a:lnTo>
                  <a:pt x="2908579" y="0"/>
                </a:lnTo>
                <a:lnTo>
                  <a:pt x="2907449" y="469"/>
                </a:lnTo>
                <a:lnTo>
                  <a:pt x="2905595" y="2324"/>
                </a:lnTo>
                <a:lnTo>
                  <a:pt x="2905125" y="3441"/>
                </a:lnTo>
                <a:lnTo>
                  <a:pt x="2905125" y="6070"/>
                </a:lnTo>
                <a:lnTo>
                  <a:pt x="2905595" y="7200"/>
                </a:lnTo>
                <a:lnTo>
                  <a:pt x="2907449" y="9055"/>
                </a:lnTo>
                <a:lnTo>
                  <a:pt x="2908579" y="9525"/>
                </a:lnTo>
                <a:lnTo>
                  <a:pt x="2911208" y="9525"/>
                </a:lnTo>
                <a:lnTo>
                  <a:pt x="2912326" y="9055"/>
                </a:lnTo>
                <a:lnTo>
                  <a:pt x="2914192" y="7200"/>
                </a:lnTo>
                <a:lnTo>
                  <a:pt x="2914650" y="6070"/>
                </a:lnTo>
                <a:lnTo>
                  <a:pt x="2914650" y="3441"/>
                </a:lnTo>
                <a:close/>
              </a:path>
              <a:path w="3914775" h="1672589">
                <a:moveTo>
                  <a:pt x="2962275" y="1666240"/>
                </a:moveTo>
                <a:lnTo>
                  <a:pt x="2961817" y="1665122"/>
                </a:lnTo>
                <a:lnTo>
                  <a:pt x="2959951" y="1663255"/>
                </a:lnTo>
                <a:lnTo>
                  <a:pt x="2958833" y="1662785"/>
                </a:lnTo>
                <a:lnTo>
                  <a:pt x="2956204" y="1662785"/>
                </a:lnTo>
                <a:lnTo>
                  <a:pt x="2955074" y="1663255"/>
                </a:lnTo>
                <a:lnTo>
                  <a:pt x="2953220" y="1665122"/>
                </a:lnTo>
                <a:lnTo>
                  <a:pt x="2952750" y="1666240"/>
                </a:lnTo>
                <a:lnTo>
                  <a:pt x="2952750" y="1668868"/>
                </a:lnTo>
                <a:lnTo>
                  <a:pt x="2953220" y="1669986"/>
                </a:lnTo>
                <a:lnTo>
                  <a:pt x="2955074" y="1671853"/>
                </a:lnTo>
                <a:lnTo>
                  <a:pt x="2956204" y="1672310"/>
                </a:lnTo>
                <a:lnTo>
                  <a:pt x="2958833" y="1672310"/>
                </a:lnTo>
                <a:lnTo>
                  <a:pt x="2959951" y="1671853"/>
                </a:lnTo>
                <a:lnTo>
                  <a:pt x="2961817" y="1669986"/>
                </a:lnTo>
                <a:lnTo>
                  <a:pt x="2962275" y="1668868"/>
                </a:lnTo>
                <a:lnTo>
                  <a:pt x="2962275" y="1666240"/>
                </a:lnTo>
                <a:close/>
              </a:path>
              <a:path w="3914775" h="1672589">
                <a:moveTo>
                  <a:pt x="2962275" y="1111973"/>
                </a:moveTo>
                <a:lnTo>
                  <a:pt x="2961817" y="1110856"/>
                </a:lnTo>
                <a:lnTo>
                  <a:pt x="2959951" y="1108989"/>
                </a:lnTo>
                <a:lnTo>
                  <a:pt x="2958833" y="1108532"/>
                </a:lnTo>
                <a:lnTo>
                  <a:pt x="2956204" y="1108532"/>
                </a:lnTo>
                <a:lnTo>
                  <a:pt x="2955074" y="1108989"/>
                </a:lnTo>
                <a:lnTo>
                  <a:pt x="2953220" y="1110856"/>
                </a:lnTo>
                <a:lnTo>
                  <a:pt x="2952750" y="1111973"/>
                </a:lnTo>
                <a:lnTo>
                  <a:pt x="2952750" y="1114602"/>
                </a:lnTo>
                <a:lnTo>
                  <a:pt x="2953220" y="1115733"/>
                </a:lnTo>
                <a:lnTo>
                  <a:pt x="2955074" y="1117587"/>
                </a:lnTo>
                <a:lnTo>
                  <a:pt x="2956204" y="1118057"/>
                </a:lnTo>
                <a:lnTo>
                  <a:pt x="2958833" y="1118057"/>
                </a:lnTo>
                <a:lnTo>
                  <a:pt x="2959951" y="1117587"/>
                </a:lnTo>
                <a:lnTo>
                  <a:pt x="2961817" y="1115733"/>
                </a:lnTo>
                <a:lnTo>
                  <a:pt x="2962275" y="1114602"/>
                </a:lnTo>
                <a:lnTo>
                  <a:pt x="2962275" y="1111973"/>
                </a:lnTo>
                <a:close/>
              </a:path>
              <a:path w="3914775" h="1672589">
                <a:moveTo>
                  <a:pt x="2962275" y="557707"/>
                </a:moveTo>
                <a:lnTo>
                  <a:pt x="2961817" y="556590"/>
                </a:lnTo>
                <a:lnTo>
                  <a:pt x="2959951" y="554723"/>
                </a:lnTo>
                <a:lnTo>
                  <a:pt x="2958833" y="554266"/>
                </a:lnTo>
                <a:lnTo>
                  <a:pt x="2956204" y="554266"/>
                </a:lnTo>
                <a:lnTo>
                  <a:pt x="2955074" y="554723"/>
                </a:lnTo>
                <a:lnTo>
                  <a:pt x="2953220" y="556590"/>
                </a:lnTo>
                <a:lnTo>
                  <a:pt x="2952750" y="557707"/>
                </a:lnTo>
                <a:lnTo>
                  <a:pt x="2952750" y="560336"/>
                </a:lnTo>
                <a:lnTo>
                  <a:pt x="2953220" y="561467"/>
                </a:lnTo>
                <a:lnTo>
                  <a:pt x="2955074" y="563321"/>
                </a:lnTo>
                <a:lnTo>
                  <a:pt x="2956204" y="563791"/>
                </a:lnTo>
                <a:lnTo>
                  <a:pt x="2958833" y="563791"/>
                </a:lnTo>
                <a:lnTo>
                  <a:pt x="2959951" y="563321"/>
                </a:lnTo>
                <a:lnTo>
                  <a:pt x="2961817" y="561467"/>
                </a:lnTo>
                <a:lnTo>
                  <a:pt x="2962275" y="560336"/>
                </a:lnTo>
                <a:lnTo>
                  <a:pt x="2962275" y="557707"/>
                </a:lnTo>
                <a:close/>
              </a:path>
              <a:path w="3914775" h="1672589">
                <a:moveTo>
                  <a:pt x="2962275" y="3441"/>
                </a:moveTo>
                <a:lnTo>
                  <a:pt x="2961817" y="2324"/>
                </a:lnTo>
                <a:lnTo>
                  <a:pt x="2959951" y="469"/>
                </a:lnTo>
                <a:lnTo>
                  <a:pt x="2958833" y="0"/>
                </a:lnTo>
                <a:lnTo>
                  <a:pt x="2956204" y="0"/>
                </a:lnTo>
                <a:lnTo>
                  <a:pt x="2955074" y="469"/>
                </a:lnTo>
                <a:lnTo>
                  <a:pt x="2953220" y="2324"/>
                </a:lnTo>
                <a:lnTo>
                  <a:pt x="2952750" y="3441"/>
                </a:lnTo>
                <a:lnTo>
                  <a:pt x="2952750" y="6070"/>
                </a:lnTo>
                <a:lnTo>
                  <a:pt x="2953220" y="7200"/>
                </a:lnTo>
                <a:lnTo>
                  <a:pt x="2955074" y="9055"/>
                </a:lnTo>
                <a:lnTo>
                  <a:pt x="2956204" y="9525"/>
                </a:lnTo>
                <a:lnTo>
                  <a:pt x="2958833" y="9525"/>
                </a:lnTo>
                <a:lnTo>
                  <a:pt x="2959951" y="9055"/>
                </a:lnTo>
                <a:lnTo>
                  <a:pt x="2961817" y="7200"/>
                </a:lnTo>
                <a:lnTo>
                  <a:pt x="2962275" y="6070"/>
                </a:lnTo>
                <a:lnTo>
                  <a:pt x="2962275" y="3441"/>
                </a:lnTo>
                <a:close/>
              </a:path>
              <a:path w="3914775" h="1672589">
                <a:moveTo>
                  <a:pt x="3009900" y="1666240"/>
                </a:moveTo>
                <a:lnTo>
                  <a:pt x="3009442" y="1665122"/>
                </a:lnTo>
                <a:lnTo>
                  <a:pt x="3007576" y="1663255"/>
                </a:lnTo>
                <a:lnTo>
                  <a:pt x="3006458" y="1662785"/>
                </a:lnTo>
                <a:lnTo>
                  <a:pt x="3003829" y="1662785"/>
                </a:lnTo>
                <a:lnTo>
                  <a:pt x="3002699" y="1663255"/>
                </a:lnTo>
                <a:lnTo>
                  <a:pt x="3000845" y="1665122"/>
                </a:lnTo>
                <a:lnTo>
                  <a:pt x="3000375" y="1666240"/>
                </a:lnTo>
                <a:lnTo>
                  <a:pt x="3000375" y="1668868"/>
                </a:lnTo>
                <a:lnTo>
                  <a:pt x="3000845" y="1669986"/>
                </a:lnTo>
                <a:lnTo>
                  <a:pt x="3002699" y="1671853"/>
                </a:lnTo>
                <a:lnTo>
                  <a:pt x="3003829" y="1672310"/>
                </a:lnTo>
                <a:lnTo>
                  <a:pt x="3006458" y="1672310"/>
                </a:lnTo>
                <a:lnTo>
                  <a:pt x="3007576" y="1671853"/>
                </a:lnTo>
                <a:lnTo>
                  <a:pt x="3009442" y="1669986"/>
                </a:lnTo>
                <a:lnTo>
                  <a:pt x="3009900" y="1668868"/>
                </a:lnTo>
                <a:lnTo>
                  <a:pt x="3009900" y="1666240"/>
                </a:lnTo>
                <a:close/>
              </a:path>
              <a:path w="3914775" h="1672589">
                <a:moveTo>
                  <a:pt x="3009900" y="1111973"/>
                </a:moveTo>
                <a:lnTo>
                  <a:pt x="3009442" y="1110856"/>
                </a:lnTo>
                <a:lnTo>
                  <a:pt x="3007576" y="1108989"/>
                </a:lnTo>
                <a:lnTo>
                  <a:pt x="3006458" y="1108532"/>
                </a:lnTo>
                <a:lnTo>
                  <a:pt x="3003829" y="1108532"/>
                </a:lnTo>
                <a:lnTo>
                  <a:pt x="3002699" y="1108989"/>
                </a:lnTo>
                <a:lnTo>
                  <a:pt x="3000845" y="1110856"/>
                </a:lnTo>
                <a:lnTo>
                  <a:pt x="3000375" y="1111973"/>
                </a:lnTo>
                <a:lnTo>
                  <a:pt x="3000375" y="1114602"/>
                </a:lnTo>
                <a:lnTo>
                  <a:pt x="3000845" y="1115733"/>
                </a:lnTo>
                <a:lnTo>
                  <a:pt x="3002699" y="1117587"/>
                </a:lnTo>
                <a:lnTo>
                  <a:pt x="3003829" y="1118057"/>
                </a:lnTo>
                <a:lnTo>
                  <a:pt x="3006458" y="1118057"/>
                </a:lnTo>
                <a:lnTo>
                  <a:pt x="3007576" y="1117587"/>
                </a:lnTo>
                <a:lnTo>
                  <a:pt x="3009442" y="1115733"/>
                </a:lnTo>
                <a:lnTo>
                  <a:pt x="3009900" y="1114602"/>
                </a:lnTo>
                <a:lnTo>
                  <a:pt x="3009900" y="1111973"/>
                </a:lnTo>
                <a:close/>
              </a:path>
              <a:path w="3914775" h="1672589">
                <a:moveTo>
                  <a:pt x="3009900" y="557707"/>
                </a:moveTo>
                <a:lnTo>
                  <a:pt x="3009442" y="556590"/>
                </a:lnTo>
                <a:lnTo>
                  <a:pt x="3007576" y="554723"/>
                </a:lnTo>
                <a:lnTo>
                  <a:pt x="3006458" y="554266"/>
                </a:lnTo>
                <a:lnTo>
                  <a:pt x="3003829" y="554266"/>
                </a:lnTo>
                <a:lnTo>
                  <a:pt x="3002699" y="554723"/>
                </a:lnTo>
                <a:lnTo>
                  <a:pt x="3000845" y="556590"/>
                </a:lnTo>
                <a:lnTo>
                  <a:pt x="3000375" y="557707"/>
                </a:lnTo>
                <a:lnTo>
                  <a:pt x="3000375" y="560336"/>
                </a:lnTo>
                <a:lnTo>
                  <a:pt x="3000845" y="561467"/>
                </a:lnTo>
                <a:lnTo>
                  <a:pt x="3002699" y="563321"/>
                </a:lnTo>
                <a:lnTo>
                  <a:pt x="3003829" y="563791"/>
                </a:lnTo>
                <a:lnTo>
                  <a:pt x="3006458" y="563791"/>
                </a:lnTo>
                <a:lnTo>
                  <a:pt x="3007576" y="563321"/>
                </a:lnTo>
                <a:lnTo>
                  <a:pt x="3009442" y="561467"/>
                </a:lnTo>
                <a:lnTo>
                  <a:pt x="3009900" y="560336"/>
                </a:lnTo>
                <a:lnTo>
                  <a:pt x="3009900" y="557707"/>
                </a:lnTo>
                <a:close/>
              </a:path>
              <a:path w="3914775" h="1672589">
                <a:moveTo>
                  <a:pt x="3009900" y="3441"/>
                </a:moveTo>
                <a:lnTo>
                  <a:pt x="3009442" y="2324"/>
                </a:lnTo>
                <a:lnTo>
                  <a:pt x="3007576" y="469"/>
                </a:lnTo>
                <a:lnTo>
                  <a:pt x="3006458" y="0"/>
                </a:lnTo>
                <a:lnTo>
                  <a:pt x="3003829" y="0"/>
                </a:lnTo>
                <a:lnTo>
                  <a:pt x="3002699" y="469"/>
                </a:lnTo>
                <a:lnTo>
                  <a:pt x="3000845" y="2324"/>
                </a:lnTo>
                <a:lnTo>
                  <a:pt x="3000375" y="3441"/>
                </a:lnTo>
                <a:lnTo>
                  <a:pt x="3000375" y="6070"/>
                </a:lnTo>
                <a:lnTo>
                  <a:pt x="3000845" y="7200"/>
                </a:lnTo>
                <a:lnTo>
                  <a:pt x="3002699" y="9055"/>
                </a:lnTo>
                <a:lnTo>
                  <a:pt x="3003829" y="9525"/>
                </a:lnTo>
                <a:lnTo>
                  <a:pt x="3006458" y="9525"/>
                </a:lnTo>
                <a:lnTo>
                  <a:pt x="3007576" y="9055"/>
                </a:lnTo>
                <a:lnTo>
                  <a:pt x="3009442" y="7200"/>
                </a:lnTo>
                <a:lnTo>
                  <a:pt x="3009900" y="6070"/>
                </a:lnTo>
                <a:lnTo>
                  <a:pt x="3009900" y="3441"/>
                </a:lnTo>
                <a:close/>
              </a:path>
              <a:path w="3914775" h="1672589">
                <a:moveTo>
                  <a:pt x="3057525" y="1666240"/>
                </a:moveTo>
                <a:lnTo>
                  <a:pt x="3057067" y="1665122"/>
                </a:lnTo>
                <a:lnTo>
                  <a:pt x="3055201" y="1663255"/>
                </a:lnTo>
                <a:lnTo>
                  <a:pt x="3054083" y="1662785"/>
                </a:lnTo>
                <a:lnTo>
                  <a:pt x="3051454" y="1662785"/>
                </a:lnTo>
                <a:lnTo>
                  <a:pt x="3050324" y="1663255"/>
                </a:lnTo>
                <a:lnTo>
                  <a:pt x="3048470" y="1665122"/>
                </a:lnTo>
                <a:lnTo>
                  <a:pt x="3048000" y="1666240"/>
                </a:lnTo>
                <a:lnTo>
                  <a:pt x="3048000" y="1668868"/>
                </a:lnTo>
                <a:lnTo>
                  <a:pt x="3048470" y="1669986"/>
                </a:lnTo>
                <a:lnTo>
                  <a:pt x="3050324" y="1671853"/>
                </a:lnTo>
                <a:lnTo>
                  <a:pt x="3051454" y="1672310"/>
                </a:lnTo>
                <a:lnTo>
                  <a:pt x="3054083" y="1672310"/>
                </a:lnTo>
                <a:lnTo>
                  <a:pt x="3055201" y="1671853"/>
                </a:lnTo>
                <a:lnTo>
                  <a:pt x="3057067" y="1669986"/>
                </a:lnTo>
                <a:lnTo>
                  <a:pt x="3057525" y="1668868"/>
                </a:lnTo>
                <a:lnTo>
                  <a:pt x="3057525" y="1666240"/>
                </a:lnTo>
                <a:close/>
              </a:path>
              <a:path w="3914775" h="1672589">
                <a:moveTo>
                  <a:pt x="3057525" y="1111973"/>
                </a:moveTo>
                <a:lnTo>
                  <a:pt x="3057067" y="1110856"/>
                </a:lnTo>
                <a:lnTo>
                  <a:pt x="3055201" y="1108989"/>
                </a:lnTo>
                <a:lnTo>
                  <a:pt x="3054083" y="1108532"/>
                </a:lnTo>
                <a:lnTo>
                  <a:pt x="3051454" y="1108532"/>
                </a:lnTo>
                <a:lnTo>
                  <a:pt x="3050324" y="1108989"/>
                </a:lnTo>
                <a:lnTo>
                  <a:pt x="3048470" y="1110856"/>
                </a:lnTo>
                <a:lnTo>
                  <a:pt x="3048000" y="1111973"/>
                </a:lnTo>
                <a:lnTo>
                  <a:pt x="3048000" y="1114602"/>
                </a:lnTo>
                <a:lnTo>
                  <a:pt x="3048470" y="1115733"/>
                </a:lnTo>
                <a:lnTo>
                  <a:pt x="3050324" y="1117587"/>
                </a:lnTo>
                <a:lnTo>
                  <a:pt x="3051454" y="1118057"/>
                </a:lnTo>
                <a:lnTo>
                  <a:pt x="3054083" y="1118057"/>
                </a:lnTo>
                <a:lnTo>
                  <a:pt x="3055201" y="1117587"/>
                </a:lnTo>
                <a:lnTo>
                  <a:pt x="3057067" y="1115733"/>
                </a:lnTo>
                <a:lnTo>
                  <a:pt x="3057525" y="1114602"/>
                </a:lnTo>
                <a:lnTo>
                  <a:pt x="3057525" y="1111973"/>
                </a:lnTo>
                <a:close/>
              </a:path>
              <a:path w="3914775" h="1672589">
                <a:moveTo>
                  <a:pt x="3057525" y="557707"/>
                </a:moveTo>
                <a:lnTo>
                  <a:pt x="3057067" y="556590"/>
                </a:lnTo>
                <a:lnTo>
                  <a:pt x="3055201" y="554723"/>
                </a:lnTo>
                <a:lnTo>
                  <a:pt x="3054083" y="554266"/>
                </a:lnTo>
                <a:lnTo>
                  <a:pt x="3051454" y="554266"/>
                </a:lnTo>
                <a:lnTo>
                  <a:pt x="3050324" y="554723"/>
                </a:lnTo>
                <a:lnTo>
                  <a:pt x="3048470" y="556590"/>
                </a:lnTo>
                <a:lnTo>
                  <a:pt x="3048000" y="557707"/>
                </a:lnTo>
                <a:lnTo>
                  <a:pt x="3048000" y="560336"/>
                </a:lnTo>
                <a:lnTo>
                  <a:pt x="3048470" y="561467"/>
                </a:lnTo>
                <a:lnTo>
                  <a:pt x="3050324" y="563321"/>
                </a:lnTo>
                <a:lnTo>
                  <a:pt x="3051454" y="563791"/>
                </a:lnTo>
                <a:lnTo>
                  <a:pt x="3054083" y="563791"/>
                </a:lnTo>
                <a:lnTo>
                  <a:pt x="3055201" y="563321"/>
                </a:lnTo>
                <a:lnTo>
                  <a:pt x="3057067" y="561467"/>
                </a:lnTo>
                <a:lnTo>
                  <a:pt x="3057525" y="560336"/>
                </a:lnTo>
                <a:lnTo>
                  <a:pt x="3057525" y="557707"/>
                </a:lnTo>
                <a:close/>
              </a:path>
              <a:path w="3914775" h="1672589">
                <a:moveTo>
                  <a:pt x="3057525" y="3441"/>
                </a:moveTo>
                <a:lnTo>
                  <a:pt x="3057067" y="2324"/>
                </a:lnTo>
                <a:lnTo>
                  <a:pt x="3055201" y="469"/>
                </a:lnTo>
                <a:lnTo>
                  <a:pt x="3054083" y="0"/>
                </a:lnTo>
                <a:lnTo>
                  <a:pt x="3051454" y="0"/>
                </a:lnTo>
                <a:lnTo>
                  <a:pt x="3050324" y="469"/>
                </a:lnTo>
                <a:lnTo>
                  <a:pt x="3048470" y="2324"/>
                </a:lnTo>
                <a:lnTo>
                  <a:pt x="3048000" y="3441"/>
                </a:lnTo>
                <a:lnTo>
                  <a:pt x="3048000" y="6070"/>
                </a:lnTo>
                <a:lnTo>
                  <a:pt x="3048470" y="7200"/>
                </a:lnTo>
                <a:lnTo>
                  <a:pt x="3050324" y="9055"/>
                </a:lnTo>
                <a:lnTo>
                  <a:pt x="3051454" y="9525"/>
                </a:lnTo>
                <a:lnTo>
                  <a:pt x="3054083" y="9525"/>
                </a:lnTo>
                <a:lnTo>
                  <a:pt x="3055201" y="9055"/>
                </a:lnTo>
                <a:lnTo>
                  <a:pt x="3057067" y="7200"/>
                </a:lnTo>
                <a:lnTo>
                  <a:pt x="3057525" y="6070"/>
                </a:lnTo>
                <a:lnTo>
                  <a:pt x="3057525" y="3441"/>
                </a:lnTo>
                <a:close/>
              </a:path>
              <a:path w="3914775" h="1672589">
                <a:moveTo>
                  <a:pt x="3105150" y="1666240"/>
                </a:moveTo>
                <a:lnTo>
                  <a:pt x="3104692" y="1665122"/>
                </a:lnTo>
                <a:lnTo>
                  <a:pt x="3102826" y="1663255"/>
                </a:lnTo>
                <a:lnTo>
                  <a:pt x="3101708" y="1662785"/>
                </a:lnTo>
                <a:lnTo>
                  <a:pt x="3099079" y="1662785"/>
                </a:lnTo>
                <a:lnTo>
                  <a:pt x="3097961" y="1663255"/>
                </a:lnTo>
                <a:lnTo>
                  <a:pt x="3096095" y="1665122"/>
                </a:lnTo>
                <a:lnTo>
                  <a:pt x="3095625" y="1666240"/>
                </a:lnTo>
                <a:lnTo>
                  <a:pt x="3095625" y="1668868"/>
                </a:lnTo>
                <a:lnTo>
                  <a:pt x="3096095" y="1669986"/>
                </a:lnTo>
                <a:lnTo>
                  <a:pt x="3097961" y="1671853"/>
                </a:lnTo>
                <a:lnTo>
                  <a:pt x="3099079" y="1672310"/>
                </a:lnTo>
                <a:lnTo>
                  <a:pt x="3101708" y="1672310"/>
                </a:lnTo>
                <a:lnTo>
                  <a:pt x="3102826" y="1671853"/>
                </a:lnTo>
                <a:lnTo>
                  <a:pt x="3104692" y="1669986"/>
                </a:lnTo>
                <a:lnTo>
                  <a:pt x="3105150" y="1668868"/>
                </a:lnTo>
                <a:lnTo>
                  <a:pt x="3105150" y="1666240"/>
                </a:lnTo>
                <a:close/>
              </a:path>
              <a:path w="3914775" h="1672589">
                <a:moveTo>
                  <a:pt x="3105150" y="1111973"/>
                </a:moveTo>
                <a:lnTo>
                  <a:pt x="3104692" y="1110856"/>
                </a:lnTo>
                <a:lnTo>
                  <a:pt x="3102826" y="1108989"/>
                </a:lnTo>
                <a:lnTo>
                  <a:pt x="3101708" y="1108532"/>
                </a:lnTo>
                <a:lnTo>
                  <a:pt x="3099079" y="1108532"/>
                </a:lnTo>
                <a:lnTo>
                  <a:pt x="3097961" y="1108989"/>
                </a:lnTo>
                <a:lnTo>
                  <a:pt x="3096095" y="1110856"/>
                </a:lnTo>
                <a:lnTo>
                  <a:pt x="3095625" y="1111973"/>
                </a:lnTo>
                <a:lnTo>
                  <a:pt x="3095625" y="1114602"/>
                </a:lnTo>
                <a:lnTo>
                  <a:pt x="3096095" y="1115733"/>
                </a:lnTo>
                <a:lnTo>
                  <a:pt x="3097961" y="1117587"/>
                </a:lnTo>
                <a:lnTo>
                  <a:pt x="3099079" y="1118057"/>
                </a:lnTo>
                <a:lnTo>
                  <a:pt x="3101708" y="1118057"/>
                </a:lnTo>
                <a:lnTo>
                  <a:pt x="3102826" y="1117587"/>
                </a:lnTo>
                <a:lnTo>
                  <a:pt x="3104692" y="1115733"/>
                </a:lnTo>
                <a:lnTo>
                  <a:pt x="3105150" y="1114602"/>
                </a:lnTo>
                <a:lnTo>
                  <a:pt x="3105150" y="1111973"/>
                </a:lnTo>
                <a:close/>
              </a:path>
              <a:path w="3914775" h="1672589">
                <a:moveTo>
                  <a:pt x="3105150" y="557707"/>
                </a:moveTo>
                <a:lnTo>
                  <a:pt x="3104692" y="556590"/>
                </a:lnTo>
                <a:lnTo>
                  <a:pt x="3102826" y="554723"/>
                </a:lnTo>
                <a:lnTo>
                  <a:pt x="3101708" y="554266"/>
                </a:lnTo>
                <a:lnTo>
                  <a:pt x="3099079" y="554266"/>
                </a:lnTo>
                <a:lnTo>
                  <a:pt x="3097961" y="554723"/>
                </a:lnTo>
                <a:lnTo>
                  <a:pt x="3096095" y="556590"/>
                </a:lnTo>
                <a:lnTo>
                  <a:pt x="3095625" y="557707"/>
                </a:lnTo>
                <a:lnTo>
                  <a:pt x="3095625" y="560336"/>
                </a:lnTo>
                <a:lnTo>
                  <a:pt x="3096095" y="561467"/>
                </a:lnTo>
                <a:lnTo>
                  <a:pt x="3097961" y="563321"/>
                </a:lnTo>
                <a:lnTo>
                  <a:pt x="3099079" y="563791"/>
                </a:lnTo>
                <a:lnTo>
                  <a:pt x="3101708" y="563791"/>
                </a:lnTo>
                <a:lnTo>
                  <a:pt x="3102826" y="563321"/>
                </a:lnTo>
                <a:lnTo>
                  <a:pt x="3104692" y="561467"/>
                </a:lnTo>
                <a:lnTo>
                  <a:pt x="3105150" y="560336"/>
                </a:lnTo>
                <a:lnTo>
                  <a:pt x="3105150" y="557707"/>
                </a:lnTo>
                <a:close/>
              </a:path>
              <a:path w="3914775" h="1672589">
                <a:moveTo>
                  <a:pt x="3105150" y="3441"/>
                </a:moveTo>
                <a:lnTo>
                  <a:pt x="3104692" y="2324"/>
                </a:lnTo>
                <a:lnTo>
                  <a:pt x="3102826" y="469"/>
                </a:lnTo>
                <a:lnTo>
                  <a:pt x="3101708" y="0"/>
                </a:lnTo>
                <a:lnTo>
                  <a:pt x="3099079" y="0"/>
                </a:lnTo>
                <a:lnTo>
                  <a:pt x="3097961" y="469"/>
                </a:lnTo>
                <a:lnTo>
                  <a:pt x="3096095" y="2324"/>
                </a:lnTo>
                <a:lnTo>
                  <a:pt x="3095625" y="3441"/>
                </a:lnTo>
                <a:lnTo>
                  <a:pt x="3095625" y="6070"/>
                </a:lnTo>
                <a:lnTo>
                  <a:pt x="3096095" y="7200"/>
                </a:lnTo>
                <a:lnTo>
                  <a:pt x="3097961" y="9055"/>
                </a:lnTo>
                <a:lnTo>
                  <a:pt x="3099079" y="9525"/>
                </a:lnTo>
                <a:lnTo>
                  <a:pt x="3101708" y="9525"/>
                </a:lnTo>
                <a:lnTo>
                  <a:pt x="3102826" y="9055"/>
                </a:lnTo>
                <a:lnTo>
                  <a:pt x="3104692" y="7200"/>
                </a:lnTo>
                <a:lnTo>
                  <a:pt x="3105150" y="6070"/>
                </a:lnTo>
                <a:lnTo>
                  <a:pt x="3105150" y="3441"/>
                </a:lnTo>
                <a:close/>
              </a:path>
              <a:path w="3914775" h="1672589">
                <a:moveTo>
                  <a:pt x="3152775" y="1666240"/>
                </a:moveTo>
                <a:lnTo>
                  <a:pt x="3152317" y="1665122"/>
                </a:lnTo>
                <a:lnTo>
                  <a:pt x="3150451" y="1663255"/>
                </a:lnTo>
                <a:lnTo>
                  <a:pt x="3149333" y="1662785"/>
                </a:lnTo>
                <a:lnTo>
                  <a:pt x="3146704" y="1662785"/>
                </a:lnTo>
                <a:lnTo>
                  <a:pt x="3145574" y="1663255"/>
                </a:lnTo>
                <a:lnTo>
                  <a:pt x="3143720" y="1665122"/>
                </a:lnTo>
                <a:lnTo>
                  <a:pt x="3143250" y="1666240"/>
                </a:lnTo>
                <a:lnTo>
                  <a:pt x="3143250" y="1668868"/>
                </a:lnTo>
                <a:lnTo>
                  <a:pt x="3143720" y="1669986"/>
                </a:lnTo>
                <a:lnTo>
                  <a:pt x="3145574" y="1671853"/>
                </a:lnTo>
                <a:lnTo>
                  <a:pt x="3146704" y="1672310"/>
                </a:lnTo>
                <a:lnTo>
                  <a:pt x="3149333" y="1672310"/>
                </a:lnTo>
                <a:lnTo>
                  <a:pt x="3150451" y="1671853"/>
                </a:lnTo>
                <a:lnTo>
                  <a:pt x="3152317" y="1669986"/>
                </a:lnTo>
                <a:lnTo>
                  <a:pt x="3152775" y="1668868"/>
                </a:lnTo>
                <a:lnTo>
                  <a:pt x="3152775" y="1666240"/>
                </a:lnTo>
                <a:close/>
              </a:path>
              <a:path w="3914775" h="1672589">
                <a:moveTo>
                  <a:pt x="3152775" y="1111973"/>
                </a:moveTo>
                <a:lnTo>
                  <a:pt x="3152317" y="1110856"/>
                </a:lnTo>
                <a:lnTo>
                  <a:pt x="3150451" y="1108989"/>
                </a:lnTo>
                <a:lnTo>
                  <a:pt x="3149333" y="1108532"/>
                </a:lnTo>
                <a:lnTo>
                  <a:pt x="3146704" y="1108532"/>
                </a:lnTo>
                <a:lnTo>
                  <a:pt x="3145574" y="1108989"/>
                </a:lnTo>
                <a:lnTo>
                  <a:pt x="3143720" y="1110856"/>
                </a:lnTo>
                <a:lnTo>
                  <a:pt x="3143250" y="1111973"/>
                </a:lnTo>
                <a:lnTo>
                  <a:pt x="3143250" y="1114602"/>
                </a:lnTo>
                <a:lnTo>
                  <a:pt x="3143720" y="1115733"/>
                </a:lnTo>
                <a:lnTo>
                  <a:pt x="3145574" y="1117587"/>
                </a:lnTo>
                <a:lnTo>
                  <a:pt x="3146704" y="1118057"/>
                </a:lnTo>
                <a:lnTo>
                  <a:pt x="3149333" y="1118057"/>
                </a:lnTo>
                <a:lnTo>
                  <a:pt x="3150451" y="1117587"/>
                </a:lnTo>
                <a:lnTo>
                  <a:pt x="3152317" y="1115733"/>
                </a:lnTo>
                <a:lnTo>
                  <a:pt x="3152775" y="1114602"/>
                </a:lnTo>
                <a:lnTo>
                  <a:pt x="3152775" y="1111973"/>
                </a:lnTo>
                <a:close/>
              </a:path>
              <a:path w="3914775" h="1672589">
                <a:moveTo>
                  <a:pt x="3152775" y="557707"/>
                </a:moveTo>
                <a:lnTo>
                  <a:pt x="3152317" y="556590"/>
                </a:lnTo>
                <a:lnTo>
                  <a:pt x="3150451" y="554723"/>
                </a:lnTo>
                <a:lnTo>
                  <a:pt x="3149333" y="554266"/>
                </a:lnTo>
                <a:lnTo>
                  <a:pt x="3146704" y="554266"/>
                </a:lnTo>
                <a:lnTo>
                  <a:pt x="3145574" y="554723"/>
                </a:lnTo>
                <a:lnTo>
                  <a:pt x="3143720" y="556590"/>
                </a:lnTo>
                <a:lnTo>
                  <a:pt x="3143250" y="557707"/>
                </a:lnTo>
                <a:lnTo>
                  <a:pt x="3143250" y="560336"/>
                </a:lnTo>
                <a:lnTo>
                  <a:pt x="3143720" y="561467"/>
                </a:lnTo>
                <a:lnTo>
                  <a:pt x="3145574" y="563321"/>
                </a:lnTo>
                <a:lnTo>
                  <a:pt x="3146704" y="563791"/>
                </a:lnTo>
                <a:lnTo>
                  <a:pt x="3149333" y="563791"/>
                </a:lnTo>
                <a:lnTo>
                  <a:pt x="3150451" y="563321"/>
                </a:lnTo>
                <a:lnTo>
                  <a:pt x="3152317" y="561467"/>
                </a:lnTo>
                <a:lnTo>
                  <a:pt x="3152775" y="560336"/>
                </a:lnTo>
                <a:lnTo>
                  <a:pt x="3152775" y="557707"/>
                </a:lnTo>
                <a:close/>
              </a:path>
              <a:path w="3914775" h="1672589">
                <a:moveTo>
                  <a:pt x="3152775" y="3441"/>
                </a:moveTo>
                <a:lnTo>
                  <a:pt x="3152317" y="2324"/>
                </a:lnTo>
                <a:lnTo>
                  <a:pt x="3150451" y="469"/>
                </a:lnTo>
                <a:lnTo>
                  <a:pt x="3149333" y="0"/>
                </a:lnTo>
                <a:lnTo>
                  <a:pt x="3146704" y="0"/>
                </a:lnTo>
                <a:lnTo>
                  <a:pt x="3145574" y="469"/>
                </a:lnTo>
                <a:lnTo>
                  <a:pt x="3143720" y="2324"/>
                </a:lnTo>
                <a:lnTo>
                  <a:pt x="3143250" y="3441"/>
                </a:lnTo>
                <a:lnTo>
                  <a:pt x="3143250" y="6070"/>
                </a:lnTo>
                <a:lnTo>
                  <a:pt x="3143720" y="7200"/>
                </a:lnTo>
                <a:lnTo>
                  <a:pt x="3145574" y="9055"/>
                </a:lnTo>
                <a:lnTo>
                  <a:pt x="3146704" y="9525"/>
                </a:lnTo>
                <a:lnTo>
                  <a:pt x="3149333" y="9525"/>
                </a:lnTo>
                <a:lnTo>
                  <a:pt x="3150451" y="9055"/>
                </a:lnTo>
                <a:lnTo>
                  <a:pt x="3152317" y="7200"/>
                </a:lnTo>
                <a:lnTo>
                  <a:pt x="3152775" y="6070"/>
                </a:lnTo>
                <a:lnTo>
                  <a:pt x="3152775" y="3441"/>
                </a:lnTo>
                <a:close/>
              </a:path>
              <a:path w="3914775" h="1672589">
                <a:moveTo>
                  <a:pt x="3200400" y="1666240"/>
                </a:moveTo>
                <a:lnTo>
                  <a:pt x="3199942" y="1665122"/>
                </a:lnTo>
                <a:lnTo>
                  <a:pt x="3198076" y="1663255"/>
                </a:lnTo>
                <a:lnTo>
                  <a:pt x="3196958" y="1662785"/>
                </a:lnTo>
                <a:lnTo>
                  <a:pt x="3194329" y="1662785"/>
                </a:lnTo>
                <a:lnTo>
                  <a:pt x="3193199" y="1663255"/>
                </a:lnTo>
                <a:lnTo>
                  <a:pt x="3191345" y="1665122"/>
                </a:lnTo>
                <a:lnTo>
                  <a:pt x="3190875" y="1666240"/>
                </a:lnTo>
                <a:lnTo>
                  <a:pt x="3190875" y="1668868"/>
                </a:lnTo>
                <a:lnTo>
                  <a:pt x="3191345" y="1669986"/>
                </a:lnTo>
                <a:lnTo>
                  <a:pt x="3193199" y="1671853"/>
                </a:lnTo>
                <a:lnTo>
                  <a:pt x="3194329" y="1672310"/>
                </a:lnTo>
                <a:lnTo>
                  <a:pt x="3196958" y="1672310"/>
                </a:lnTo>
                <a:lnTo>
                  <a:pt x="3198076" y="1671853"/>
                </a:lnTo>
                <a:lnTo>
                  <a:pt x="3199942" y="1669986"/>
                </a:lnTo>
                <a:lnTo>
                  <a:pt x="3200400" y="1668868"/>
                </a:lnTo>
                <a:lnTo>
                  <a:pt x="3200400" y="1666240"/>
                </a:lnTo>
                <a:close/>
              </a:path>
              <a:path w="3914775" h="1672589">
                <a:moveTo>
                  <a:pt x="3200400" y="1111973"/>
                </a:moveTo>
                <a:lnTo>
                  <a:pt x="3199942" y="1110856"/>
                </a:lnTo>
                <a:lnTo>
                  <a:pt x="3198076" y="1108989"/>
                </a:lnTo>
                <a:lnTo>
                  <a:pt x="3196958" y="1108532"/>
                </a:lnTo>
                <a:lnTo>
                  <a:pt x="3194329" y="1108532"/>
                </a:lnTo>
                <a:lnTo>
                  <a:pt x="3193199" y="1108989"/>
                </a:lnTo>
                <a:lnTo>
                  <a:pt x="3191345" y="1110856"/>
                </a:lnTo>
                <a:lnTo>
                  <a:pt x="3190875" y="1111973"/>
                </a:lnTo>
                <a:lnTo>
                  <a:pt x="3190875" y="1114602"/>
                </a:lnTo>
                <a:lnTo>
                  <a:pt x="3191345" y="1115733"/>
                </a:lnTo>
                <a:lnTo>
                  <a:pt x="3193199" y="1117587"/>
                </a:lnTo>
                <a:lnTo>
                  <a:pt x="3194329" y="1118057"/>
                </a:lnTo>
                <a:lnTo>
                  <a:pt x="3196958" y="1118057"/>
                </a:lnTo>
                <a:lnTo>
                  <a:pt x="3198076" y="1117587"/>
                </a:lnTo>
                <a:lnTo>
                  <a:pt x="3199942" y="1115733"/>
                </a:lnTo>
                <a:lnTo>
                  <a:pt x="3200400" y="1114602"/>
                </a:lnTo>
                <a:lnTo>
                  <a:pt x="3200400" y="1111973"/>
                </a:lnTo>
                <a:close/>
              </a:path>
              <a:path w="3914775" h="1672589">
                <a:moveTo>
                  <a:pt x="3200400" y="557707"/>
                </a:moveTo>
                <a:lnTo>
                  <a:pt x="3199942" y="556590"/>
                </a:lnTo>
                <a:lnTo>
                  <a:pt x="3198076" y="554723"/>
                </a:lnTo>
                <a:lnTo>
                  <a:pt x="3196958" y="554266"/>
                </a:lnTo>
                <a:lnTo>
                  <a:pt x="3194329" y="554266"/>
                </a:lnTo>
                <a:lnTo>
                  <a:pt x="3193199" y="554723"/>
                </a:lnTo>
                <a:lnTo>
                  <a:pt x="3191345" y="556590"/>
                </a:lnTo>
                <a:lnTo>
                  <a:pt x="3190875" y="557707"/>
                </a:lnTo>
                <a:lnTo>
                  <a:pt x="3190875" y="560336"/>
                </a:lnTo>
                <a:lnTo>
                  <a:pt x="3191345" y="561467"/>
                </a:lnTo>
                <a:lnTo>
                  <a:pt x="3193199" y="563321"/>
                </a:lnTo>
                <a:lnTo>
                  <a:pt x="3194329" y="563791"/>
                </a:lnTo>
                <a:lnTo>
                  <a:pt x="3196958" y="563791"/>
                </a:lnTo>
                <a:lnTo>
                  <a:pt x="3198076" y="563321"/>
                </a:lnTo>
                <a:lnTo>
                  <a:pt x="3199942" y="561467"/>
                </a:lnTo>
                <a:lnTo>
                  <a:pt x="3200400" y="560336"/>
                </a:lnTo>
                <a:lnTo>
                  <a:pt x="3200400" y="557707"/>
                </a:lnTo>
                <a:close/>
              </a:path>
              <a:path w="3914775" h="1672589">
                <a:moveTo>
                  <a:pt x="3200400" y="3441"/>
                </a:moveTo>
                <a:lnTo>
                  <a:pt x="3199942" y="2324"/>
                </a:lnTo>
                <a:lnTo>
                  <a:pt x="3198076" y="469"/>
                </a:lnTo>
                <a:lnTo>
                  <a:pt x="3196958" y="0"/>
                </a:lnTo>
                <a:lnTo>
                  <a:pt x="3194329" y="0"/>
                </a:lnTo>
                <a:lnTo>
                  <a:pt x="3193199" y="469"/>
                </a:lnTo>
                <a:lnTo>
                  <a:pt x="3191345" y="2324"/>
                </a:lnTo>
                <a:lnTo>
                  <a:pt x="3190875" y="3441"/>
                </a:lnTo>
                <a:lnTo>
                  <a:pt x="3190875" y="6070"/>
                </a:lnTo>
                <a:lnTo>
                  <a:pt x="3191345" y="7200"/>
                </a:lnTo>
                <a:lnTo>
                  <a:pt x="3193199" y="9055"/>
                </a:lnTo>
                <a:lnTo>
                  <a:pt x="3194329" y="9525"/>
                </a:lnTo>
                <a:lnTo>
                  <a:pt x="3196958" y="9525"/>
                </a:lnTo>
                <a:lnTo>
                  <a:pt x="3198076" y="9055"/>
                </a:lnTo>
                <a:lnTo>
                  <a:pt x="3199942" y="7200"/>
                </a:lnTo>
                <a:lnTo>
                  <a:pt x="3200400" y="6070"/>
                </a:lnTo>
                <a:lnTo>
                  <a:pt x="3200400" y="3441"/>
                </a:lnTo>
                <a:close/>
              </a:path>
              <a:path w="3914775" h="1672589">
                <a:moveTo>
                  <a:pt x="3248025" y="1666240"/>
                </a:moveTo>
                <a:lnTo>
                  <a:pt x="3247567" y="1665122"/>
                </a:lnTo>
                <a:lnTo>
                  <a:pt x="3245701" y="1663255"/>
                </a:lnTo>
                <a:lnTo>
                  <a:pt x="3244583" y="1662785"/>
                </a:lnTo>
                <a:lnTo>
                  <a:pt x="3241954" y="1662785"/>
                </a:lnTo>
                <a:lnTo>
                  <a:pt x="3240824" y="1663255"/>
                </a:lnTo>
                <a:lnTo>
                  <a:pt x="3238970" y="1665122"/>
                </a:lnTo>
                <a:lnTo>
                  <a:pt x="3238500" y="1666240"/>
                </a:lnTo>
                <a:lnTo>
                  <a:pt x="3238500" y="1668868"/>
                </a:lnTo>
                <a:lnTo>
                  <a:pt x="3238970" y="1669986"/>
                </a:lnTo>
                <a:lnTo>
                  <a:pt x="3240824" y="1671853"/>
                </a:lnTo>
                <a:lnTo>
                  <a:pt x="3241954" y="1672310"/>
                </a:lnTo>
                <a:lnTo>
                  <a:pt x="3244583" y="1672310"/>
                </a:lnTo>
                <a:lnTo>
                  <a:pt x="3245701" y="1671853"/>
                </a:lnTo>
                <a:lnTo>
                  <a:pt x="3247567" y="1669986"/>
                </a:lnTo>
                <a:lnTo>
                  <a:pt x="3248025" y="1668868"/>
                </a:lnTo>
                <a:lnTo>
                  <a:pt x="3248025" y="1666240"/>
                </a:lnTo>
                <a:close/>
              </a:path>
              <a:path w="3914775" h="1672589">
                <a:moveTo>
                  <a:pt x="3248025" y="1111973"/>
                </a:moveTo>
                <a:lnTo>
                  <a:pt x="3247567" y="1110856"/>
                </a:lnTo>
                <a:lnTo>
                  <a:pt x="3245701" y="1108989"/>
                </a:lnTo>
                <a:lnTo>
                  <a:pt x="3244583" y="1108532"/>
                </a:lnTo>
                <a:lnTo>
                  <a:pt x="3241954" y="1108532"/>
                </a:lnTo>
                <a:lnTo>
                  <a:pt x="3240824" y="1108989"/>
                </a:lnTo>
                <a:lnTo>
                  <a:pt x="3238970" y="1110856"/>
                </a:lnTo>
                <a:lnTo>
                  <a:pt x="3238500" y="1111973"/>
                </a:lnTo>
                <a:lnTo>
                  <a:pt x="3238500" y="1114602"/>
                </a:lnTo>
                <a:lnTo>
                  <a:pt x="3238970" y="1115733"/>
                </a:lnTo>
                <a:lnTo>
                  <a:pt x="3240824" y="1117587"/>
                </a:lnTo>
                <a:lnTo>
                  <a:pt x="3241954" y="1118057"/>
                </a:lnTo>
                <a:lnTo>
                  <a:pt x="3244583" y="1118057"/>
                </a:lnTo>
                <a:lnTo>
                  <a:pt x="3245701" y="1117587"/>
                </a:lnTo>
                <a:lnTo>
                  <a:pt x="3247567" y="1115733"/>
                </a:lnTo>
                <a:lnTo>
                  <a:pt x="3248025" y="1114602"/>
                </a:lnTo>
                <a:lnTo>
                  <a:pt x="3248025" y="1111973"/>
                </a:lnTo>
                <a:close/>
              </a:path>
              <a:path w="3914775" h="1672589">
                <a:moveTo>
                  <a:pt x="3248025" y="557707"/>
                </a:moveTo>
                <a:lnTo>
                  <a:pt x="3247567" y="556590"/>
                </a:lnTo>
                <a:lnTo>
                  <a:pt x="3245701" y="554723"/>
                </a:lnTo>
                <a:lnTo>
                  <a:pt x="3244583" y="554266"/>
                </a:lnTo>
                <a:lnTo>
                  <a:pt x="3241954" y="554266"/>
                </a:lnTo>
                <a:lnTo>
                  <a:pt x="3240824" y="554723"/>
                </a:lnTo>
                <a:lnTo>
                  <a:pt x="3238970" y="556590"/>
                </a:lnTo>
                <a:lnTo>
                  <a:pt x="3238500" y="557707"/>
                </a:lnTo>
                <a:lnTo>
                  <a:pt x="3238500" y="560336"/>
                </a:lnTo>
                <a:lnTo>
                  <a:pt x="3238970" y="561467"/>
                </a:lnTo>
                <a:lnTo>
                  <a:pt x="3240824" y="563321"/>
                </a:lnTo>
                <a:lnTo>
                  <a:pt x="3241954" y="563791"/>
                </a:lnTo>
                <a:lnTo>
                  <a:pt x="3244583" y="563791"/>
                </a:lnTo>
                <a:lnTo>
                  <a:pt x="3245701" y="563321"/>
                </a:lnTo>
                <a:lnTo>
                  <a:pt x="3247567" y="561467"/>
                </a:lnTo>
                <a:lnTo>
                  <a:pt x="3248025" y="560336"/>
                </a:lnTo>
                <a:lnTo>
                  <a:pt x="3248025" y="557707"/>
                </a:lnTo>
                <a:close/>
              </a:path>
              <a:path w="3914775" h="1672589">
                <a:moveTo>
                  <a:pt x="3248025" y="3441"/>
                </a:moveTo>
                <a:lnTo>
                  <a:pt x="3247567" y="2324"/>
                </a:lnTo>
                <a:lnTo>
                  <a:pt x="3245701" y="469"/>
                </a:lnTo>
                <a:lnTo>
                  <a:pt x="3244583" y="0"/>
                </a:lnTo>
                <a:lnTo>
                  <a:pt x="3241954" y="0"/>
                </a:lnTo>
                <a:lnTo>
                  <a:pt x="3240824" y="469"/>
                </a:lnTo>
                <a:lnTo>
                  <a:pt x="3238970" y="2324"/>
                </a:lnTo>
                <a:lnTo>
                  <a:pt x="3238500" y="3441"/>
                </a:lnTo>
                <a:lnTo>
                  <a:pt x="3238500" y="6070"/>
                </a:lnTo>
                <a:lnTo>
                  <a:pt x="3238970" y="7200"/>
                </a:lnTo>
                <a:lnTo>
                  <a:pt x="3240824" y="9055"/>
                </a:lnTo>
                <a:lnTo>
                  <a:pt x="3241954" y="9525"/>
                </a:lnTo>
                <a:lnTo>
                  <a:pt x="3244583" y="9525"/>
                </a:lnTo>
                <a:lnTo>
                  <a:pt x="3245701" y="9055"/>
                </a:lnTo>
                <a:lnTo>
                  <a:pt x="3247567" y="7200"/>
                </a:lnTo>
                <a:lnTo>
                  <a:pt x="3248025" y="6070"/>
                </a:lnTo>
                <a:lnTo>
                  <a:pt x="3248025" y="3441"/>
                </a:lnTo>
                <a:close/>
              </a:path>
              <a:path w="3914775" h="1672589">
                <a:moveTo>
                  <a:pt x="3295650" y="1666240"/>
                </a:moveTo>
                <a:lnTo>
                  <a:pt x="3295192" y="1665122"/>
                </a:lnTo>
                <a:lnTo>
                  <a:pt x="3293326" y="1663255"/>
                </a:lnTo>
                <a:lnTo>
                  <a:pt x="3292208" y="1662785"/>
                </a:lnTo>
                <a:lnTo>
                  <a:pt x="3289579" y="1662785"/>
                </a:lnTo>
                <a:lnTo>
                  <a:pt x="3288449" y="1663255"/>
                </a:lnTo>
                <a:lnTo>
                  <a:pt x="3286595" y="1665122"/>
                </a:lnTo>
                <a:lnTo>
                  <a:pt x="3286125" y="1666240"/>
                </a:lnTo>
                <a:lnTo>
                  <a:pt x="3286125" y="1668868"/>
                </a:lnTo>
                <a:lnTo>
                  <a:pt x="3286595" y="1669986"/>
                </a:lnTo>
                <a:lnTo>
                  <a:pt x="3288449" y="1671853"/>
                </a:lnTo>
                <a:lnTo>
                  <a:pt x="3289579" y="1672310"/>
                </a:lnTo>
                <a:lnTo>
                  <a:pt x="3292208" y="1672310"/>
                </a:lnTo>
                <a:lnTo>
                  <a:pt x="3293326" y="1671853"/>
                </a:lnTo>
                <a:lnTo>
                  <a:pt x="3295192" y="1669986"/>
                </a:lnTo>
                <a:lnTo>
                  <a:pt x="3295650" y="1668868"/>
                </a:lnTo>
                <a:lnTo>
                  <a:pt x="3295650" y="1666240"/>
                </a:lnTo>
                <a:close/>
              </a:path>
              <a:path w="3914775" h="1672589">
                <a:moveTo>
                  <a:pt x="3295650" y="1111973"/>
                </a:moveTo>
                <a:lnTo>
                  <a:pt x="3295192" y="1110856"/>
                </a:lnTo>
                <a:lnTo>
                  <a:pt x="3293326" y="1108989"/>
                </a:lnTo>
                <a:lnTo>
                  <a:pt x="3292208" y="1108532"/>
                </a:lnTo>
                <a:lnTo>
                  <a:pt x="3289579" y="1108532"/>
                </a:lnTo>
                <a:lnTo>
                  <a:pt x="3288449" y="1108989"/>
                </a:lnTo>
                <a:lnTo>
                  <a:pt x="3286595" y="1110856"/>
                </a:lnTo>
                <a:lnTo>
                  <a:pt x="3286125" y="1111973"/>
                </a:lnTo>
                <a:lnTo>
                  <a:pt x="3286125" y="1114602"/>
                </a:lnTo>
                <a:lnTo>
                  <a:pt x="3286595" y="1115733"/>
                </a:lnTo>
                <a:lnTo>
                  <a:pt x="3288449" y="1117587"/>
                </a:lnTo>
                <a:lnTo>
                  <a:pt x="3289579" y="1118057"/>
                </a:lnTo>
                <a:lnTo>
                  <a:pt x="3292208" y="1118057"/>
                </a:lnTo>
                <a:lnTo>
                  <a:pt x="3293326" y="1117587"/>
                </a:lnTo>
                <a:lnTo>
                  <a:pt x="3295192" y="1115733"/>
                </a:lnTo>
                <a:lnTo>
                  <a:pt x="3295650" y="1114602"/>
                </a:lnTo>
                <a:lnTo>
                  <a:pt x="3295650" y="1111973"/>
                </a:lnTo>
                <a:close/>
              </a:path>
              <a:path w="3914775" h="1672589">
                <a:moveTo>
                  <a:pt x="3295650" y="557707"/>
                </a:moveTo>
                <a:lnTo>
                  <a:pt x="3295192" y="556590"/>
                </a:lnTo>
                <a:lnTo>
                  <a:pt x="3293326" y="554723"/>
                </a:lnTo>
                <a:lnTo>
                  <a:pt x="3292208" y="554266"/>
                </a:lnTo>
                <a:lnTo>
                  <a:pt x="3289579" y="554266"/>
                </a:lnTo>
                <a:lnTo>
                  <a:pt x="3288449" y="554723"/>
                </a:lnTo>
                <a:lnTo>
                  <a:pt x="3286595" y="556590"/>
                </a:lnTo>
                <a:lnTo>
                  <a:pt x="3286125" y="557707"/>
                </a:lnTo>
                <a:lnTo>
                  <a:pt x="3286125" y="560336"/>
                </a:lnTo>
                <a:lnTo>
                  <a:pt x="3286595" y="561467"/>
                </a:lnTo>
                <a:lnTo>
                  <a:pt x="3288449" y="563321"/>
                </a:lnTo>
                <a:lnTo>
                  <a:pt x="3289579" y="563791"/>
                </a:lnTo>
                <a:lnTo>
                  <a:pt x="3292208" y="563791"/>
                </a:lnTo>
                <a:lnTo>
                  <a:pt x="3293326" y="563321"/>
                </a:lnTo>
                <a:lnTo>
                  <a:pt x="3295192" y="561467"/>
                </a:lnTo>
                <a:lnTo>
                  <a:pt x="3295650" y="560336"/>
                </a:lnTo>
                <a:lnTo>
                  <a:pt x="3295650" y="557707"/>
                </a:lnTo>
                <a:close/>
              </a:path>
              <a:path w="3914775" h="1672589">
                <a:moveTo>
                  <a:pt x="3295650" y="3441"/>
                </a:moveTo>
                <a:lnTo>
                  <a:pt x="3295192" y="2324"/>
                </a:lnTo>
                <a:lnTo>
                  <a:pt x="3293326" y="469"/>
                </a:lnTo>
                <a:lnTo>
                  <a:pt x="3292208" y="0"/>
                </a:lnTo>
                <a:lnTo>
                  <a:pt x="3289579" y="0"/>
                </a:lnTo>
                <a:lnTo>
                  <a:pt x="3288449" y="469"/>
                </a:lnTo>
                <a:lnTo>
                  <a:pt x="3286595" y="2324"/>
                </a:lnTo>
                <a:lnTo>
                  <a:pt x="3286125" y="3441"/>
                </a:lnTo>
                <a:lnTo>
                  <a:pt x="3286125" y="6070"/>
                </a:lnTo>
                <a:lnTo>
                  <a:pt x="3286595" y="7200"/>
                </a:lnTo>
                <a:lnTo>
                  <a:pt x="3288449" y="9055"/>
                </a:lnTo>
                <a:lnTo>
                  <a:pt x="3289579" y="9525"/>
                </a:lnTo>
                <a:lnTo>
                  <a:pt x="3292208" y="9525"/>
                </a:lnTo>
                <a:lnTo>
                  <a:pt x="3293326" y="9055"/>
                </a:lnTo>
                <a:lnTo>
                  <a:pt x="3295192" y="7200"/>
                </a:lnTo>
                <a:lnTo>
                  <a:pt x="3295650" y="6070"/>
                </a:lnTo>
                <a:lnTo>
                  <a:pt x="3295650" y="3441"/>
                </a:lnTo>
                <a:close/>
              </a:path>
              <a:path w="3914775" h="1672589">
                <a:moveTo>
                  <a:pt x="3343275" y="1666240"/>
                </a:moveTo>
                <a:lnTo>
                  <a:pt x="3342817" y="1665122"/>
                </a:lnTo>
                <a:lnTo>
                  <a:pt x="3340951" y="1663255"/>
                </a:lnTo>
                <a:lnTo>
                  <a:pt x="3339833" y="1662785"/>
                </a:lnTo>
                <a:lnTo>
                  <a:pt x="3337204" y="1662785"/>
                </a:lnTo>
                <a:lnTo>
                  <a:pt x="3336074" y="1663255"/>
                </a:lnTo>
                <a:lnTo>
                  <a:pt x="3334220" y="1665122"/>
                </a:lnTo>
                <a:lnTo>
                  <a:pt x="3333750" y="1666240"/>
                </a:lnTo>
                <a:lnTo>
                  <a:pt x="3333750" y="1668868"/>
                </a:lnTo>
                <a:lnTo>
                  <a:pt x="3334220" y="1669986"/>
                </a:lnTo>
                <a:lnTo>
                  <a:pt x="3336074" y="1671853"/>
                </a:lnTo>
                <a:lnTo>
                  <a:pt x="3337204" y="1672310"/>
                </a:lnTo>
                <a:lnTo>
                  <a:pt x="3339833" y="1672310"/>
                </a:lnTo>
                <a:lnTo>
                  <a:pt x="3340951" y="1671853"/>
                </a:lnTo>
                <a:lnTo>
                  <a:pt x="3342817" y="1669986"/>
                </a:lnTo>
                <a:lnTo>
                  <a:pt x="3343275" y="1668868"/>
                </a:lnTo>
                <a:lnTo>
                  <a:pt x="3343275" y="1666240"/>
                </a:lnTo>
                <a:close/>
              </a:path>
              <a:path w="3914775" h="1672589">
                <a:moveTo>
                  <a:pt x="3343275" y="1111973"/>
                </a:moveTo>
                <a:lnTo>
                  <a:pt x="3342817" y="1110856"/>
                </a:lnTo>
                <a:lnTo>
                  <a:pt x="3340951" y="1108989"/>
                </a:lnTo>
                <a:lnTo>
                  <a:pt x="3339833" y="1108532"/>
                </a:lnTo>
                <a:lnTo>
                  <a:pt x="3337204" y="1108532"/>
                </a:lnTo>
                <a:lnTo>
                  <a:pt x="3336074" y="1108989"/>
                </a:lnTo>
                <a:lnTo>
                  <a:pt x="3334220" y="1110856"/>
                </a:lnTo>
                <a:lnTo>
                  <a:pt x="3333750" y="1111973"/>
                </a:lnTo>
                <a:lnTo>
                  <a:pt x="3333750" y="1114602"/>
                </a:lnTo>
                <a:lnTo>
                  <a:pt x="3334220" y="1115733"/>
                </a:lnTo>
                <a:lnTo>
                  <a:pt x="3336074" y="1117587"/>
                </a:lnTo>
                <a:lnTo>
                  <a:pt x="3337204" y="1118057"/>
                </a:lnTo>
                <a:lnTo>
                  <a:pt x="3339833" y="1118057"/>
                </a:lnTo>
                <a:lnTo>
                  <a:pt x="3340951" y="1117587"/>
                </a:lnTo>
                <a:lnTo>
                  <a:pt x="3342817" y="1115733"/>
                </a:lnTo>
                <a:lnTo>
                  <a:pt x="3343275" y="1114602"/>
                </a:lnTo>
                <a:lnTo>
                  <a:pt x="3343275" y="1111973"/>
                </a:lnTo>
                <a:close/>
              </a:path>
              <a:path w="3914775" h="1672589">
                <a:moveTo>
                  <a:pt x="3343275" y="557707"/>
                </a:moveTo>
                <a:lnTo>
                  <a:pt x="3342817" y="556590"/>
                </a:lnTo>
                <a:lnTo>
                  <a:pt x="3340951" y="554723"/>
                </a:lnTo>
                <a:lnTo>
                  <a:pt x="3339833" y="554266"/>
                </a:lnTo>
                <a:lnTo>
                  <a:pt x="3337204" y="554266"/>
                </a:lnTo>
                <a:lnTo>
                  <a:pt x="3336074" y="554723"/>
                </a:lnTo>
                <a:lnTo>
                  <a:pt x="3334220" y="556590"/>
                </a:lnTo>
                <a:lnTo>
                  <a:pt x="3333750" y="557707"/>
                </a:lnTo>
                <a:lnTo>
                  <a:pt x="3333750" y="560336"/>
                </a:lnTo>
                <a:lnTo>
                  <a:pt x="3334220" y="561467"/>
                </a:lnTo>
                <a:lnTo>
                  <a:pt x="3336074" y="563321"/>
                </a:lnTo>
                <a:lnTo>
                  <a:pt x="3337204" y="563791"/>
                </a:lnTo>
                <a:lnTo>
                  <a:pt x="3339833" y="563791"/>
                </a:lnTo>
                <a:lnTo>
                  <a:pt x="3340951" y="563321"/>
                </a:lnTo>
                <a:lnTo>
                  <a:pt x="3342817" y="561467"/>
                </a:lnTo>
                <a:lnTo>
                  <a:pt x="3343275" y="560336"/>
                </a:lnTo>
                <a:lnTo>
                  <a:pt x="3343275" y="557707"/>
                </a:lnTo>
                <a:close/>
              </a:path>
              <a:path w="3914775" h="1672589">
                <a:moveTo>
                  <a:pt x="3343275" y="3441"/>
                </a:moveTo>
                <a:lnTo>
                  <a:pt x="3342817" y="2324"/>
                </a:lnTo>
                <a:lnTo>
                  <a:pt x="3340951" y="469"/>
                </a:lnTo>
                <a:lnTo>
                  <a:pt x="3339833" y="0"/>
                </a:lnTo>
                <a:lnTo>
                  <a:pt x="3337204" y="0"/>
                </a:lnTo>
                <a:lnTo>
                  <a:pt x="3336074" y="469"/>
                </a:lnTo>
                <a:lnTo>
                  <a:pt x="3334220" y="2324"/>
                </a:lnTo>
                <a:lnTo>
                  <a:pt x="3333750" y="3441"/>
                </a:lnTo>
                <a:lnTo>
                  <a:pt x="3333750" y="6070"/>
                </a:lnTo>
                <a:lnTo>
                  <a:pt x="3334220" y="7200"/>
                </a:lnTo>
                <a:lnTo>
                  <a:pt x="3336074" y="9055"/>
                </a:lnTo>
                <a:lnTo>
                  <a:pt x="3337204" y="9525"/>
                </a:lnTo>
                <a:lnTo>
                  <a:pt x="3339833" y="9525"/>
                </a:lnTo>
                <a:lnTo>
                  <a:pt x="3340951" y="9055"/>
                </a:lnTo>
                <a:lnTo>
                  <a:pt x="3342817" y="7200"/>
                </a:lnTo>
                <a:lnTo>
                  <a:pt x="3343275" y="6070"/>
                </a:lnTo>
                <a:lnTo>
                  <a:pt x="3343275" y="3441"/>
                </a:lnTo>
                <a:close/>
              </a:path>
              <a:path w="3914775" h="1672589">
                <a:moveTo>
                  <a:pt x="3390900" y="1666240"/>
                </a:moveTo>
                <a:lnTo>
                  <a:pt x="3390442" y="1665122"/>
                </a:lnTo>
                <a:lnTo>
                  <a:pt x="3388576" y="1663255"/>
                </a:lnTo>
                <a:lnTo>
                  <a:pt x="3387458" y="1662785"/>
                </a:lnTo>
                <a:lnTo>
                  <a:pt x="3384829" y="1662785"/>
                </a:lnTo>
                <a:lnTo>
                  <a:pt x="3383699" y="1663255"/>
                </a:lnTo>
                <a:lnTo>
                  <a:pt x="3381845" y="1665122"/>
                </a:lnTo>
                <a:lnTo>
                  <a:pt x="3381375" y="1666240"/>
                </a:lnTo>
                <a:lnTo>
                  <a:pt x="3381375" y="1668868"/>
                </a:lnTo>
                <a:lnTo>
                  <a:pt x="3381845" y="1669986"/>
                </a:lnTo>
                <a:lnTo>
                  <a:pt x="3383699" y="1671853"/>
                </a:lnTo>
                <a:lnTo>
                  <a:pt x="3384829" y="1672310"/>
                </a:lnTo>
                <a:lnTo>
                  <a:pt x="3387458" y="1672310"/>
                </a:lnTo>
                <a:lnTo>
                  <a:pt x="3388576" y="1671853"/>
                </a:lnTo>
                <a:lnTo>
                  <a:pt x="3390442" y="1669986"/>
                </a:lnTo>
                <a:lnTo>
                  <a:pt x="3390900" y="1668868"/>
                </a:lnTo>
                <a:lnTo>
                  <a:pt x="3390900" y="1666240"/>
                </a:lnTo>
                <a:close/>
              </a:path>
              <a:path w="3914775" h="1672589">
                <a:moveTo>
                  <a:pt x="3390900" y="1111973"/>
                </a:moveTo>
                <a:lnTo>
                  <a:pt x="3390442" y="1110856"/>
                </a:lnTo>
                <a:lnTo>
                  <a:pt x="3388576" y="1108989"/>
                </a:lnTo>
                <a:lnTo>
                  <a:pt x="3387458" y="1108532"/>
                </a:lnTo>
                <a:lnTo>
                  <a:pt x="3384829" y="1108532"/>
                </a:lnTo>
                <a:lnTo>
                  <a:pt x="3383699" y="1108989"/>
                </a:lnTo>
                <a:lnTo>
                  <a:pt x="3381845" y="1110856"/>
                </a:lnTo>
                <a:lnTo>
                  <a:pt x="3381375" y="1111973"/>
                </a:lnTo>
                <a:lnTo>
                  <a:pt x="3381375" y="1114602"/>
                </a:lnTo>
                <a:lnTo>
                  <a:pt x="3381845" y="1115733"/>
                </a:lnTo>
                <a:lnTo>
                  <a:pt x="3383699" y="1117587"/>
                </a:lnTo>
                <a:lnTo>
                  <a:pt x="3384829" y="1118057"/>
                </a:lnTo>
                <a:lnTo>
                  <a:pt x="3387458" y="1118057"/>
                </a:lnTo>
                <a:lnTo>
                  <a:pt x="3388576" y="1117587"/>
                </a:lnTo>
                <a:lnTo>
                  <a:pt x="3390442" y="1115733"/>
                </a:lnTo>
                <a:lnTo>
                  <a:pt x="3390900" y="1114602"/>
                </a:lnTo>
                <a:lnTo>
                  <a:pt x="3390900" y="1111973"/>
                </a:lnTo>
                <a:close/>
              </a:path>
              <a:path w="3914775" h="1672589">
                <a:moveTo>
                  <a:pt x="3390900" y="557707"/>
                </a:moveTo>
                <a:lnTo>
                  <a:pt x="3390442" y="556590"/>
                </a:lnTo>
                <a:lnTo>
                  <a:pt x="3388576" y="554723"/>
                </a:lnTo>
                <a:lnTo>
                  <a:pt x="3387458" y="554266"/>
                </a:lnTo>
                <a:lnTo>
                  <a:pt x="3384829" y="554266"/>
                </a:lnTo>
                <a:lnTo>
                  <a:pt x="3383699" y="554723"/>
                </a:lnTo>
                <a:lnTo>
                  <a:pt x="3381845" y="556590"/>
                </a:lnTo>
                <a:lnTo>
                  <a:pt x="3381375" y="557707"/>
                </a:lnTo>
                <a:lnTo>
                  <a:pt x="3381375" y="560336"/>
                </a:lnTo>
                <a:lnTo>
                  <a:pt x="3381845" y="561467"/>
                </a:lnTo>
                <a:lnTo>
                  <a:pt x="3383699" y="563321"/>
                </a:lnTo>
                <a:lnTo>
                  <a:pt x="3384829" y="563791"/>
                </a:lnTo>
                <a:lnTo>
                  <a:pt x="3387458" y="563791"/>
                </a:lnTo>
                <a:lnTo>
                  <a:pt x="3388576" y="563321"/>
                </a:lnTo>
                <a:lnTo>
                  <a:pt x="3390442" y="561467"/>
                </a:lnTo>
                <a:lnTo>
                  <a:pt x="3390900" y="560336"/>
                </a:lnTo>
                <a:lnTo>
                  <a:pt x="3390900" y="557707"/>
                </a:lnTo>
                <a:close/>
              </a:path>
              <a:path w="3914775" h="1672589">
                <a:moveTo>
                  <a:pt x="3390900" y="3441"/>
                </a:moveTo>
                <a:lnTo>
                  <a:pt x="3390442" y="2324"/>
                </a:lnTo>
                <a:lnTo>
                  <a:pt x="3388576" y="469"/>
                </a:lnTo>
                <a:lnTo>
                  <a:pt x="3387458" y="0"/>
                </a:lnTo>
                <a:lnTo>
                  <a:pt x="3384829" y="0"/>
                </a:lnTo>
                <a:lnTo>
                  <a:pt x="3383699" y="469"/>
                </a:lnTo>
                <a:lnTo>
                  <a:pt x="3381845" y="2324"/>
                </a:lnTo>
                <a:lnTo>
                  <a:pt x="3381375" y="3441"/>
                </a:lnTo>
                <a:lnTo>
                  <a:pt x="3381375" y="6070"/>
                </a:lnTo>
                <a:lnTo>
                  <a:pt x="3381845" y="7200"/>
                </a:lnTo>
                <a:lnTo>
                  <a:pt x="3383699" y="9055"/>
                </a:lnTo>
                <a:lnTo>
                  <a:pt x="3384829" y="9525"/>
                </a:lnTo>
                <a:lnTo>
                  <a:pt x="3387458" y="9525"/>
                </a:lnTo>
                <a:lnTo>
                  <a:pt x="3388576" y="9055"/>
                </a:lnTo>
                <a:lnTo>
                  <a:pt x="3390442" y="7200"/>
                </a:lnTo>
                <a:lnTo>
                  <a:pt x="3390900" y="6070"/>
                </a:lnTo>
                <a:lnTo>
                  <a:pt x="3390900" y="3441"/>
                </a:lnTo>
                <a:close/>
              </a:path>
              <a:path w="3914775" h="1672589">
                <a:moveTo>
                  <a:pt x="3438525" y="1666240"/>
                </a:moveTo>
                <a:lnTo>
                  <a:pt x="3438067" y="1665122"/>
                </a:lnTo>
                <a:lnTo>
                  <a:pt x="3436201" y="1663255"/>
                </a:lnTo>
                <a:lnTo>
                  <a:pt x="3435083" y="1662785"/>
                </a:lnTo>
                <a:lnTo>
                  <a:pt x="3432454" y="1662785"/>
                </a:lnTo>
                <a:lnTo>
                  <a:pt x="3431324" y="1663255"/>
                </a:lnTo>
                <a:lnTo>
                  <a:pt x="3429470" y="1665122"/>
                </a:lnTo>
                <a:lnTo>
                  <a:pt x="3429000" y="1666240"/>
                </a:lnTo>
                <a:lnTo>
                  <a:pt x="3429000" y="1668868"/>
                </a:lnTo>
                <a:lnTo>
                  <a:pt x="3429470" y="1669986"/>
                </a:lnTo>
                <a:lnTo>
                  <a:pt x="3431324" y="1671853"/>
                </a:lnTo>
                <a:lnTo>
                  <a:pt x="3432454" y="1672310"/>
                </a:lnTo>
                <a:lnTo>
                  <a:pt x="3435083" y="1672310"/>
                </a:lnTo>
                <a:lnTo>
                  <a:pt x="3436201" y="1671853"/>
                </a:lnTo>
                <a:lnTo>
                  <a:pt x="3438067" y="1669986"/>
                </a:lnTo>
                <a:lnTo>
                  <a:pt x="3438525" y="1668868"/>
                </a:lnTo>
                <a:lnTo>
                  <a:pt x="3438525" y="1666240"/>
                </a:lnTo>
                <a:close/>
              </a:path>
              <a:path w="3914775" h="1672589">
                <a:moveTo>
                  <a:pt x="3438525" y="1111973"/>
                </a:moveTo>
                <a:lnTo>
                  <a:pt x="3438067" y="1110856"/>
                </a:lnTo>
                <a:lnTo>
                  <a:pt x="3436201" y="1108989"/>
                </a:lnTo>
                <a:lnTo>
                  <a:pt x="3435083" y="1108532"/>
                </a:lnTo>
                <a:lnTo>
                  <a:pt x="3432454" y="1108532"/>
                </a:lnTo>
                <a:lnTo>
                  <a:pt x="3431324" y="1108989"/>
                </a:lnTo>
                <a:lnTo>
                  <a:pt x="3429470" y="1110856"/>
                </a:lnTo>
                <a:lnTo>
                  <a:pt x="3429000" y="1111973"/>
                </a:lnTo>
                <a:lnTo>
                  <a:pt x="3429000" y="1114602"/>
                </a:lnTo>
                <a:lnTo>
                  <a:pt x="3429470" y="1115733"/>
                </a:lnTo>
                <a:lnTo>
                  <a:pt x="3431324" y="1117587"/>
                </a:lnTo>
                <a:lnTo>
                  <a:pt x="3432454" y="1118057"/>
                </a:lnTo>
                <a:lnTo>
                  <a:pt x="3435083" y="1118057"/>
                </a:lnTo>
                <a:lnTo>
                  <a:pt x="3436201" y="1117587"/>
                </a:lnTo>
                <a:lnTo>
                  <a:pt x="3438067" y="1115733"/>
                </a:lnTo>
                <a:lnTo>
                  <a:pt x="3438525" y="1114602"/>
                </a:lnTo>
                <a:lnTo>
                  <a:pt x="3438525" y="1111973"/>
                </a:lnTo>
                <a:close/>
              </a:path>
              <a:path w="3914775" h="1672589">
                <a:moveTo>
                  <a:pt x="3438525" y="557707"/>
                </a:moveTo>
                <a:lnTo>
                  <a:pt x="3438067" y="556590"/>
                </a:lnTo>
                <a:lnTo>
                  <a:pt x="3436201" y="554723"/>
                </a:lnTo>
                <a:lnTo>
                  <a:pt x="3435083" y="554266"/>
                </a:lnTo>
                <a:lnTo>
                  <a:pt x="3432454" y="554266"/>
                </a:lnTo>
                <a:lnTo>
                  <a:pt x="3431324" y="554723"/>
                </a:lnTo>
                <a:lnTo>
                  <a:pt x="3429470" y="556590"/>
                </a:lnTo>
                <a:lnTo>
                  <a:pt x="3429000" y="557707"/>
                </a:lnTo>
                <a:lnTo>
                  <a:pt x="3429000" y="560336"/>
                </a:lnTo>
                <a:lnTo>
                  <a:pt x="3429470" y="561467"/>
                </a:lnTo>
                <a:lnTo>
                  <a:pt x="3431324" y="563321"/>
                </a:lnTo>
                <a:lnTo>
                  <a:pt x="3432454" y="563791"/>
                </a:lnTo>
                <a:lnTo>
                  <a:pt x="3435083" y="563791"/>
                </a:lnTo>
                <a:lnTo>
                  <a:pt x="3436201" y="563321"/>
                </a:lnTo>
                <a:lnTo>
                  <a:pt x="3438067" y="561467"/>
                </a:lnTo>
                <a:lnTo>
                  <a:pt x="3438525" y="560336"/>
                </a:lnTo>
                <a:lnTo>
                  <a:pt x="3438525" y="557707"/>
                </a:lnTo>
                <a:close/>
              </a:path>
              <a:path w="3914775" h="1672589">
                <a:moveTo>
                  <a:pt x="3438525" y="3441"/>
                </a:moveTo>
                <a:lnTo>
                  <a:pt x="3438067" y="2324"/>
                </a:lnTo>
                <a:lnTo>
                  <a:pt x="3436201" y="469"/>
                </a:lnTo>
                <a:lnTo>
                  <a:pt x="3435083" y="0"/>
                </a:lnTo>
                <a:lnTo>
                  <a:pt x="3432454" y="0"/>
                </a:lnTo>
                <a:lnTo>
                  <a:pt x="3431324" y="469"/>
                </a:lnTo>
                <a:lnTo>
                  <a:pt x="3429470" y="2324"/>
                </a:lnTo>
                <a:lnTo>
                  <a:pt x="3429000" y="3441"/>
                </a:lnTo>
                <a:lnTo>
                  <a:pt x="3429000" y="6070"/>
                </a:lnTo>
                <a:lnTo>
                  <a:pt x="3429470" y="7200"/>
                </a:lnTo>
                <a:lnTo>
                  <a:pt x="3431324" y="9055"/>
                </a:lnTo>
                <a:lnTo>
                  <a:pt x="3432454" y="9525"/>
                </a:lnTo>
                <a:lnTo>
                  <a:pt x="3435083" y="9525"/>
                </a:lnTo>
                <a:lnTo>
                  <a:pt x="3436201" y="9055"/>
                </a:lnTo>
                <a:lnTo>
                  <a:pt x="3438067" y="7200"/>
                </a:lnTo>
                <a:lnTo>
                  <a:pt x="3438525" y="6070"/>
                </a:lnTo>
                <a:lnTo>
                  <a:pt x="3438525" y="3441"/>
                </a:lnTo>
                <a:close/>
              </a:path>
              <a:path w="3914775" h="1672589">
                <a:moveTo>
                  <a:pt x="3486150" y="1666240"/>
                </a:moveTo>
                <a:lnTo>
                  <a:pt x="3485692" y="1665122"/>
                </a:lnTo>
                <a:lnTo>
                  <a:pt x="3483826" y="1663255"/>
                </a:lnTo>
                <a:lnTo>
                  <a:pt x="3482708" y="1662785"/>
                </a:lnTo>
                <a:lnTo>
                  <a:pt x="3480079" y="1662785"/>
                </a:lnTo>
                <a:lnTo>
                  <a:pt x="3478949" y="1663255"/>
                </a:lnTo>
                <a:lnTo>
                  <a:pt x="3477095" y="1665122"/>
                </a:lnTo>
                <a:lnTo>
                  <a:pt x="3476625" y="1666240"/>
                </a:lnTo>
                <a:lnTo>
                  <a:pt x="3476625" y="1668868"/>
                </a:lnTo>
                <a:lnTo>
                  <a:pt x="3477095" y="1669986"/>
                </a:lnTo>
                <a:lnTo>
                  <a:pt x="3478949" y="1671853"/>
                </a:lnTo>
                <a:lnTo>
                  <a:pt x="3480079" y="1672310"/>
                </a:lnTo>
                <a:lnTo>
                  <a:pt x="3482708" y="1672310"/>
                </a:lnTo>
                <a:lnTo>
                  <a:pt x="3483826" y="1671853"/>
                </a:lnTo>
                <a:lnTo>
                  <a:pt x="3485692" y="1669986"/>
                </a:lnTo>
                <a:lnTo>
                  <a:pt x="3486150" y="1668868"/>
                </a:lnTo>
                <a:lnTo>
                  <a:pt x="3486150" y="1666240"/>
                </a:lnTo>
                <a:close/>
              </a:path>
              <a:path w="3914775" h="1672589">
                <a:moveTo>
                  <a:pt x="3486150" y="1111973"/>
                </a:moveTo>
                <a:lnTo>
                  <a:pt x="3485692" y="1110856"/>
                </a:lnTo>
                <a:lnTo>
                  <a:pt x="3483826" y="1108989"/>
                </a:lnTo>
                <a:lnTo>
                  <a:pt x="3482708" y="1108532"/>
                </a:lnTo>
                <a:lnTo>
                  <a:pt x="3480079" y="1108532"/>
                </a:lnTo>
                <a:lnTo>
                  <a:pt x="3478949" y="1108989"/>
                </a:lnTo>
                <a:lnTo>
                  <a:pt x="3477095" y="1110856"/>
                </a:lnTo>
                <a:lnTo>
                  <a:pt x="3476625" y="1111973"/>
                </a:lnTo>
                <a:lnTo>
                  <a:pt x="3476625" y="1114602"/>
                </a:lnTo>
                <a:lnTo>
                  <a:pt x="3477095" y="1115733"/>
                </a:lnTo>
                <a:lnTo>
                  <a:pt x="3478949" y="1117587"/>
                </a:lnTo>
                <a:lnTo>
                  <a:pt x="3480079" y="1118057"/>
                </a:lnTo>
                <a:lnTo>
                  <a:pt x="3482708" y="1118057"/>
                </a:lnTo>
                <a:lnTo>
                  <a:pt x="3483826" y="1117587"/>
                </a:lnTo>
                <a:lnTo>
                  <a:pt x="3485692" y="1115733"/>
                </a:lnTo>
                <a:lnTo>
                  <a:pt x="3486150" y="1114602"/>
                </a:lnTo>
                <a:lnTo>
                  <a:pt x="3486150" y="1111973"/>
                </a:lnTo>
                <a:close/>
              </a:path>
              <a:path w="3914775" h="1672589">
                <a:moveTo>
                  <a:pt x="3486150" y="557707"/>
                </a:moveTo>
                <a:lnTo>
                  <a:pt x="3485692" y="556590"/>
                </a:lnTo>
                <a:lnTo>
                  <a:pt x="3483826" y="554723"/>
                </a:lnTo>
                <a:lnTo>
                  <a:pt x="3482708" y="554266"/>
                </a:lnTo>
                <a:lnTo>
                  <a:pt x="3480079" y="554266"/>
                </a:lnTo>
                <a:lnTo>
                  <a:pt x="3478949" y="554723"/>
                </a:lnTo>
                <a:lnTo>
                  <a:pt x="3477095" y="556590"/>
                </a:lnTo>
                <a:lnTo>
                  <a:pt x="3476625" y="557707"/>
                </a:lnTo>
                <a:lnTo>
                  <a:pt x="3476625" y="560336"/>
                </a:lnTo>
                <a:lnTo>
                  <a:pt x="3477095" y="561467"/>
                </a:lnTo>
                <a:lnTo>
                  <a:pt x="3478949" y="563321"/>
                </a:lnTo>
                <a:lnTo>
                  <a:pt x="3480079" y="563791"/>
                </a:lnTo>
                <a:lnTo>
                  <a:pt x="3482708" y="563791"/>
                </a:lnTo>
                <a:lnTo>
                  <a:pt x="3483826" y="563321"/>
                </a:lnTo>
                <a:lnTo>
                  <a:pt x="3485692" y="561467"/>
                </a:lnTo>
                <a:lnTo>
                  <a:pt x="3486150" y="560336"/>
                </a:lnTo>
                <a:lnTo>
                  <a:pt x="3486150" y="557707"/>
                </a:lnTo>
                <a:close/>
              </a:path>
              <a:path w="3914775" h="1672589">
                <a:moveTo>
                  <a:pt x="3486150" y="3441"/>
                </a:moveTo>
                <a:lnTo>
                  <a:pt x="3485692" y="2324"/>
                </a:lnTo>
                <a:lnTo>
                  <a:pt x="3483826" y="469"/>
                </a:lnTo>
                <a:lnTo>
                  <a:pt x="3482708" y="0"/>
                </a:lnTo>
                <a:lnTo>
                  <a:pt x="3480079" y="0"/>
                </a:lnTo>
                <a:lnTo>
                  <a:pt x="3478949" y="469"/>
                </a:lnTo>
                <a:lnTo>
                  <a:pt x="3477095" y="2324"/>
                </a:lnTo>
                <a:lnTo>
                  <a:pt x="3476625" y="3441"/>
                </a:lnTo>
                <a:lnTo>
                  <a:pt x="3476625" y="6070"/>
                </a:lnTo>
                <a:lnTo>
                  <a:pt x="3477095" y="7200"/>
                </a:lnTo>
                <a:lnTo>
                  <a:pt x="3478949" y="9055"/>
                </a:lnTo>
                <a:lnTo>
                  <a:pt x="3480079" y="9525"/>
                </a:lnTo>
                <a:lnTo>
                  <a:pt x="3482708" y="9525"/>
                </a:lnTo>
                <a:lnTo>
                  <a:pt x="3483826" y="9055"/>
                </a:lnTo>
                <a:lnTo>
                  <a:pt x="3485692" y="7200"/>
                </a:lnTo>
                <a:lnTo>
                  <a:pt x="3486150" y="6070"/>
                </a:lnTo>
                <a:lnTo>
                  <a:pt x="3486150" y="3441"/>
                </a:lnTo>
                <a:close/>
              </a:path>
              <a:path w="3914775" h="1672589">
                <a:moveTo>
                  <a:pt x="3533775" y="1666240"/>
                </a:moveTo>
                <a:lnTo>
                  <a:pt x="3533317" y="1665122"/>
                </a:lnTo>
                <a:lnTo>
                  <a:pt x="3531451" y="1663255"/>
                </a:lnTo>
                <a:lnTo>
                  <a:pt x="3530333" y="1662785"/>
                </a:lnTo>
                <a:lnTo>
                  <a:pt x="3527704" y="1662785"/>
                </a:lnTo>
                <a:lnTo>
                  <a:pt x="3526574" y="1663255"/>
                </a:lnTo>
                <a:lnTo>
                  <a:pt x="3524720" y="1665122"/>
                </a:lnTo>
                <a:lnTo>
                  <a:pt x="3524250" y="1666240"/>
                </a:lnTo>
                <a:lnTo>
                  <a:pt x="3524250" y="1668868"/>
                </a:lnTo>
                <a:lnTo>
                  <a:pt x="3524720" y="1669986"/>
                </a:lnTo>
                <a:lnTo>
                  <a:pt x="3526574" y="1671853"/>
                </a:lnTo>
                <a:lnTo>
                  <a:pt x="3527704" y="1672310"/>
                </a:lnTo>
                <a:lnTo>
                  <a:pt x="3530333" y="1672310"/>
                </a:lnTo>
                <a:lnTo>
                  <a:pt x="3531451" y="1671853"/>
                </a:lnTo>
                <a:lnTo>
                  <a:pt x="3533317" y="1669986"/>
                </a:lnTo>
                <a:lnTo>
                  <a:pt x="3533775" y="1668868"/>
                </a:lnTo>
                <a:lnTo>
                  <a:pt x="3533775" y="1666240"/>
                </a:lnTo>
                <a:close/>
              </a:path>
              <a:path w="3914775" h="1672589">
                <a:moveTo>
                  <a:pt x="3533775" y="1111973"/>
                </a:moveTo>
                <a:lnTo>
                  <a:pt x="3533317" y="1110856"/>
                </a:lnTo>
                <a:lnTo>
                  <a:pt x="3531451" y="1108989"/>
                </a:lnTo>
                <a:lnTo>
                  <a:pt x="3530333" y="1108532"/>
                </a:lnTo>
                <a:lnTo>
                  <a:pt x="3527704" y="1108532"/>
                </a:lnTo>
                <a:lnTo>
                  <a:pt x="3526574" y="1108989"/>
                </a:lnTo>
                <a:lnTo>
                  <a:pt x="3524720" y="1110856"/>
                </a:lnTo>
                <a:lnTo>
                  <a:pt x="3524250" y="1111973"/>
                </a:lnTo>
                <a:lnTo>
                  <a:pt x="3524250" y="1114602"/>
                </a:lnTo>
                <a:lnTo>
                  <a:pt x="3524720" y="1115733"/>
                </a:lnTo>
                <a:lnTo>
                  <a:pt x="3526574" y="1117587"/>
                </a:lnTo>
                <a:lnTo>
                  <a:pt x="3527704" y="1118057"/>
                </a:lnTo>
                <a:lnTo>
                  <a:pt x="3530333" y="1118057"/>
                </a:lnTo>
                <a:lnTo>
                  <a:pt x="3531451" y="1117587"/>
                </a:lnTo>
                <a:lnTo>
                  <a:pt x="3533317" y="1115733"/>
                </a:lnTo>
                <a:lnTo>
                  <a:pt x="3533775" y="1114602"/>
                </a:lnTo>
                <a:lnTo>
                  <a:pt x="3533775" y="1111973"/>
                </a:lnTo>
                <a:close/>
              </a:path>
              <a:path w="3914775" h="1672589">
                <a:moveTo>
                  <a:pt x="3533775" y="557707"/>
                </a:moveTo>
                <a:lnTo>
                  <a:pt x="3533317" y="556590"/>
                </a:lnTo>
                <a:lnTo>
                  <a:pt x="3531451" y="554723"/>
                </a:lnTo>
                <a:lnTo>
                  <a:pt x="3530333" y="554266"/>
                </a:lnTo>
                <a:lnTo>
                  <a:pt x="3527704" y="554266"/>
                </a:lnTo>
                <a:lnTo>
                  <a:pt x="3526574" y="554723"/>
                </a:lnTo>
                <a:lnTo>
                  <a:pt x="3524720" y="556590"/>
                </a:lnTo>
                <a:lnTo>
                  <a:pt x="3524250" y="557707"/>
                </a:lnTo>
                <a:lnTo>
                  <a:pt x="3524250" y="560336"/>
                </a:lnTo>
                <a:lnTo>
                  <a:pt x="3524720" y="561467"/>
                </a:lnTo>
                <a:lnTo>
                  <a:pt x="3526574" y="563321"/>
                </a:lnTo>
                <a:lnTo>
                  <a:pt x="3527704" y="563791"/>
                </a:lnTo>
                <a:lnTo>
                  <a:pt x="3530333" y="563791"/>
                </a:lnTo>
                <a:lnTo>
                  <a:pt x="3531451" y="563321"/>
                </a:lnTo>
                <a:lnTo>
                  <a:pt x="3533317" y="561467"/>
                </a:lnTo>
                <a:lnTo>
                  <a:pt x="3533775" y="560336"/>
                </a:lnTo>
                <a:lnTo>
                  <a:pt x="3533775" y="557707"/>
                </a:lnTo>
                <a:close/>
              </a:path>
              <a:path w="3914775" h="1672589">
                <a:moveTo>
                  <a:pt x="3533775" y="3441"/>
                </a:moveTo>
                <a:lnTo>
                  <a:pt x="3533317" y="2324"/>
                </a:lnTo>
                <a:lnTo>
                  <a:pt x="3531451" y="469"/>
                </a:lnTo>
                <a:lnTo>
                  <a:pt x="3530333" y="0"/>
                </a:lnTo>
                <a:lnTo>
                  <a:pt x="3527704" y="0"/>
                </a:lnTo>
                <a:lnTo>
                  <a:pt x="3526574" y="469"/>
                </a:lnTo>
                <a:lnTo>
                  <a:pt x="3524720" y="2324"/>
                </a:lnTo>
                <a:lnTo>
                  <a:pt x="3524250" y="3441"/>
                </a:lnTo>
                <a:lnTo>
                  <a:pt x="3524250" y="6070"/>
                </a:lnTo>
                <a:lnTo>
                  <a:pt x="3524720" y="7200"/>
                </a:lnTo>
                <a:lnTo>
                  <a:pt x="3526574" y="9055"/>
                </a:lnTo>
                <a:lnTo>
                  <a:pt x="3527704" y="9525"/>
                </a:lnTo>
                <a:lnTo>
                  <a:pt x="3530333" y="9525"/>
                </a:lnTo>
                <a:lnTo>
                  <a:pt x="3531451" y="9055"/>
                </a:lnTo>
                <a:lnTo>
                  <a:pt x="3533317" y="7200"/>
                </a:lnTo>
                <a:lnTo>
                  <a:pt x="3533775" y="6070"/>
                </a:lnTo>
                <a:lnTo>
                  <a:pt x="3533775" y="3441"/>
                </a:lnTo>
                <a:close/>
              </a:path>
              <a:path w="3914775" h="1672589">
                <a:moveTo>
                  <a:pt x="3581400" y="1666240"/>
                </a:moveTo>
                <a:lnTo>
                  <a:pt x="3580942" y="1665122"/>
                </a:lnTo>
                <a:lnTo>
                  <a:pt x="3579076" y="1663255"/>
                </a:lnTo>
                <a:lnTo>
                  <a:pt x="3577958" y="1662785"/>
                </a:lnTo>
                <a:lnTo>
                  <a:pt x="3575329" y="1662785"/>
                </a:lnTo>
                <a:lnTo>
                  <a:pt x="3574211" y="1663255"/>
                </a:lnTo>
                <a:lnTo>
                  <a:pt x="3572345" y="1665122"/>
                </a:lnTo>
                <a:lnTo>
                  <a:pt x="3571875" y="1666240"/>
                </a:lnTo>
                <a:lnTo>
                  <a:pt x="3571875" y="1668868"/>
                </a:lnTo>
                <a:lnTo>
                  <a:pt x="3572345" y="1669986"/>
                </a:lnTo>
                <a:lnTo>
                  <a:pt x="3574211" y="1671853"/>
                </a:lnTo>
                <a:lnTo>
                  <a:pt x="3575329" y="1672310"/>
                </a:lnTo>
                <a:lnTo>
                  <a:pt x="3577958" y="1672310"/>
                </a:lnTo>
                <a:lnTo>
                  <a:pt x="3579076" y="1671853"/>
                </a:lnTo>
                <a:lnTo>
                  <a:pt x="3580942" y="1669986"/>
                </a:lnTo>
                <a:lnTo>
                  <a:pt x="3581400" y="1668868"/>
                </a:lnTo>
                <a:lnTo>
                  <a:pt x="3581400" y="1666240"/>
                </a:lnTo>
                <a:close/>
              </a:path>
              <a:path w="3914775" h="1672589">
                <a:moveTo>
                  <a:pt x="3581400" y="1111973"/>
                </a:moveTo>
                <a:lnTo>
                  <a:pt x="3580942" y="1110856"/>
                </a:lnTo>
                <a:lnTo>
                  <a:pt x="3579076" y="1108989"/>
                </a:lnTo>
                <a:lnTo>
                  <a:pt x="3577958" y="1108532"/>
                </a:lnTo>
                <a:lnTo>
                  <a:pt x="3575329" y="1108532"/>
                </a:lnTo>
                <a:lnTo>
                  <a:pt x="3574211" y="1108989"/>
                </a:lnTo>
                <a:lnTo>
                  <a:pt x="3572345" y="1110856"/>
                </a:lnTo>
                <a:lnTo>
                  <a:pt x="3571875" y="1111973"/>
                </a:lnTo>
                <a:lnTo>
                  <a:pt x="3571875" y="1114602"/>
                </a:lnTo>
                <a:lnTo>
                  <a:pt x="3572345" y="1115733"/>
                </a:lnTo>
                <a:lnTo>
                  <a:pt x="3574211" y="1117587"/>
                </a:lnTo>
                <a:lnTo>
                  <a:pt x="3575329" y="1118057"/>
                </a:lnTo>
                <a:lnTo>
                  <a:pt x="3577958" y="1118057"/>
                </a:lnTo>
                <a:lnTo>
                  <a:pt x="3579076" y="1117587"/>
                </a:lnTo>
                <a:lnTo>
                  <a:pt x="3580942" y="1115733"/>
                </a:lnTo>
                <a:lnTo>
                  <a:pt x="3581400" y="1114602"/>
                </a:lnTo>
                <a:lnTo>
                  <a:pt x="3581400" y="1111973"/>
                </a:lnTo>
                <a:close/>
              </a:path>
              <a:path w="3914775" h="1672589">
                <a:moveTo>
                  <a:pt x="3581400" y="557707"/>
                </a:moveTo>
                <a:lnTo>
                  <a:pt x="3580942" y="556590"/>
                </a:lnTo>
                <a:lnTo>
                  <a:pt x="3579076" y="554723"/>
                </a:lnTo>
                <a:lnTo>
                  <a:pt x="3577958" y="554266"/>
                </a:lnTo>
                <a:lnTo>
                  <a:pt x="3575329" y="554266"/>
                </a:lnTo>
                <a:lnTo>
                  <a:pt x="3574211" y="554723"/>
                </a:lnTo>
                <a:lnTo>
                  <a:pt x="3572345" y="556590"/>
                </a:lnTo>
                <a:lnTo>
                  <a:pt x="3571875" y="557707"/>
                </a:lnTo>
                <a:lnTo>
                  <a:pt x="3571875" y="560336"/>
                </a:lnTo>
                <a:lnTo>
                  <a:pt x="3572345" y="561467"/>
                </a:lnTo>
                <a:lnTo>
                  <a:pt x="3574211" y="563321"/>
                </a:lnTo>
                <a:lnTo>
                  <a:pt x="3575329" y="563791"/>
                </a:lnTo>
                <a:lnTo>
                  <a:pt x="3577958" y="563791"/>
                </a:lnTo>
                <a:lnTo>
                  <a:pt x="3579076" y="563321"/>
                </a:lnTo>
                <a:lnTo>
                  <a:pt x="3580942" y="561467"/>
                </a:lnTo>
                <a:lnTo>
                  <a:pt x="3581400" y="560336"/>
                </a:lnTo>
                <a:lnTo>
                  <a:pt x="3581400" y="557707"/>
                </a:lnTo>
                <a:close/>
              </a:path>
              <a:path w="3914775" h="1672589">
                <a:moveTo>
                  <a:pt x="3581400" y="3441"/>
                </a:moveTo>
                <a:lnTo>
                  <a:pt x="3580942" y="2324"/>
                </a:lnTo>
                <a:lnTo>
                  <a:pt x="3579076" y="469"/>
                </a:lnTo>
                <a:lnTo>
                  <a:pt x="3577958" y="0"/>
                </a:lnTo>
                <a:lnTo>
                  <a:pt x="3575329" y="0"/>
                </a:lnTo>
                <a:lnTo>
                  <a:pt x="3574211" y="469"/>
                </a:lnTo>
                <a:lnTo>
                  <a:pt x="3572345" y="2324"/>
                </a:lnTo>
                <a:lnTo>
                  <a:pt x="3571875" y="3441"/>
                </a:lnTo>
                <a:lnTo>
                  <a:pt x="3571875" y="6070"/>
                </a:lnTo>
                <a:lnTo>
                  <a:pt x="3572345" y="7200"/>
                </a:lnTo>
                <a:lnTo>
                  <a:pt x="3574211" y="9055"/>
                </a:lnTo>
                <a:lnTo>
                  <a:pt x="3575329" y="9525"/>
                </a:lnTo>
                <a:lnTo>
                  <a:pt x="3577958" y="9525"/>
                </a:lnTo>
                <a:lnTo>
                  <a:pt x="3579076" y="9055"/>
                </a:lnTo>
                <a:lnTo>
                  <a:pt x="3580942" y="7200"/>
                </a:lnTo>
                <a:lnTo>
                  <a:pt x="3581400" y="6070"/>
                </a:lnTo>
                <a:lnTo>
                  <a:pt x="3581400" y="3441"/>
                </a:lnTo>
                <a:close/>
              </a:path>
              <a:path w="3914775" h="1672589">
                <a:moveTo>
                  <a:pt x="3629025" y="1666240"/>
                </a:moveTo>
                <a:lnTo>
                  <a:pt x="3628567" y="1665122"/>
                </a:lnTo>
                <a:lnTo>
                  <a:pt x="3626701" y="1663255"/>
                </a:lnTo>
                <a:lnTo>
                  <a:pt x="3625583" y="1662785"/>
                </a:lnTo>
                <a:lnTo>
                  <a:pt x="3622954" y="1662785"/>
                </a:lnTo>
                <a:lnTo>
                  <a:pt x="3621824" y="1663255"/>
                </a:lnTo>
                <a:lnTo>
                  <a:pt x="3619970" y="1665122"/>
                </a:lnTo>
                <a:lnTo>
                  <a:pt x="3619500" y="1666240"/>
                </a:lnTo>
                <a:lnTo>
                  <a:pt x="3619500" y="1668868"/>
                </a:lnTo>
                <a:lnTo>
                  <a:pt x="3619970" y="1669986"/>
                </a:lnTo>
                <a:lnTo>
                  <a:pt x="3621824" y="1671853"/>
                </a:lnTo>
                <a:lnTo>
                  <a:pt x="3622954" y="1672310"/>
                </a:lnTo>
                <a:lnTo>
                  <a:pt x="3625583" y="1672310"/>
                </a:lnTo>
                <a:lnTo>
                  <a:pt x="3626701" y="1671853"/>
                </a:lnTo>
                <a:lnTo>
                  <a:pt x="3628567" y="1669986"/>
                </a:lnTo>
                <a:lnTo>
                  <a:pt x="3629025" y="1668868"/>
                </a:lnTo>
                <a:lnTo>
                  <a:pt x="3629025" y="1666240"/>
                </a:lnTo>
                <a:close/>
              </a:path>
              <a:path w="3914775" h="1672589">
                <a:moveTo>
                  <a:pt x="3629025" y="1111973"/>
                </a:moveTo>
                <a:lnTo>
                  <a:pt x="3628567" y="1110856"/>
                </a:lnTo>
                <a:lnTo>
                  <a:pt x="3626701" y="1108989"/>
                </a:lnTo>
                <a:lnTo>
                  <a:pt x="3625583" y="1108532"/>
                </a:lnTo>
                <a:lnTo>
                  <a:pt x="3622954" y="1108532"/>
                </a:lnTo>
                <a:lnTo>
                  <a:pt x="3621824" y="1108989"/>
                </a:lnTo>
                <a:lnTo>
                  <a:pt x="3619970" y="1110856"/>
                </a:lnTo>
                <a:lnTo>
                  <a:pt x="3619500" y="1111973"/>
                </a:lnTo>
                <a:lnTo>
                  <a:pt x="3619500" y="1114602"/>
                </a:lnTo>
                <a:lnTo>
                  <a:pt x="3619970" y="1115733"/>
                </a:lnTo>
                <a:lnTo>
                  <a:pt x="3621824" y="1117587"/>
                </a:lnTo>
                <a:lnTo>
                  <a:pt x="3622954" y="1118057"/>
                </a:lnTo>
                <a:lnTo>
                  <a:pt x="3625583" y="1118057"/>
                </a:lnTo>
                <a:lnTo>
                  <a:pt x="3626701" y="1117587"/>
                </a:lnTo>
                <a:lnTo>
                  <a:pt x="3628567" y="1115733"/>
                </a:lnTo>
                <a:lnTo>
                  <a:pt x="3629025" y="1114602"/>
                </a:lnTo>
                <a:lnTo>
                  <a:pt x="3629025" y="1111973"/>
                </a:lnTo>
                <a:close/>
              </a:path>
              <a:path w="3914775" h="1672589">
                <a:moveTo>
                  <a:pt x="3629025" y="557707"/>
                </a:moveTo>
                <a:lnTo>
                  <a:pt x="3628567" y="556590"/>
                </a:lnTo>
                <a:lnTo>
                  <a:pt x="3626701" y="554723"/>
                </a:lnTo>
                <a:lnTo>
                  <a:pt x="3625583" y="554266"/>
                </a:lnTo>
                <a:lnTo>
                  <a:pt x="3622954" y="554266"/>
                </a:lnTo>
                <a:lnTo>
                  <a:pt x="3621824" y="554723"/>
                </a:lnTo>
                <a:lnTo>
                  <a:pt x="3619970" y="556590"/>
                </a:lnTo>
                <a:lnTo>
                  <a:pt x="3619500" y="557707"/>
                </a:lnTo>
                <a:lnTo>
                  <a:pt x="3619500" y="560336"/>
                </a:lnTo>
                <a:lnTo>
                  <a:pt x="3619970" y="561467"/>
                </a:lnTo>
                <a:lnTo>
                  <a:pt x="3621824" y="563321"/>
                </a:lnTo>
                <a:lnTo>
                  <a:pt x="3622954" y="563791"/>
                </a:lnTo>
                <a:lnTo>
                  <a:pt x="3625583" y="563791"/>
                </a:lnTo>
                <a:lnTo>
                  <a:pt x="3626701" y="563321"/>
                </a:lnTo>
                <a:lnTo>
                  <a:pt x="3628567" y="561467"/>
                </a:lnTo>
                <a:lnTo>
                  <a:pt x="3629025" y="560336"/>
                </a:lnTo>
                <a:lnTo>
                  <a:pt x="3629025" y="557707"/>
                </a:lnTo>
                <a:close/>
              </a:path>
              <a:path w="3914775" h="1672589">
                <a:moveTo>
                  <a:pt x="3629025" y="3441"/>
                </a:moveTo>
                <a:lnTo>
                  <a:pt x="3628567" y="2324"/>
                </a:lnTo>
                <a:lnTo>
                  <a:pt x="3626701" y="469"/>
                </a:lnTo>
                <a:lnTo>
                  <a:pt x="3625583" y="0"/>
                </a:lnTo>
                <a:lnTo>
                  <a:pt x="3622954" y="0"/>
                </a:lnTo>
                <a:lnTo>
                  <a:pt x="3621824" y="469"/>
                </a:lnTo>
                <a:lnTo>
                  <a:pt x="3619970" y="2324"/>
                </a:lnTo>
                <a:lnTo>
                  <a:pt x="3619500" y="3441"/>
                </a:lnTo>
                <a:lnTo>
                  <a:pt x="3619500" y="6070"/>
                </a:lnTo>
                <a:lnTo>
                  <a:pt x="3619970" y="7200"/>
                </a:lnTo>
                <a:lnTo>
                  <a:pt x="3621824" y="9055"/>
                </a:lnTo>
                <a:lnTo>
                  <a:pt x="3622954" y="9525"/>
                </a:lnTo>
                <a:lnTo>
                  <a:pt x="3625583" y="9525"/>
                </a:lnTo>
                <a:lnTo>
                  <a:pt x="3626701" y="9055"/>
                </a:lnTo>
                <a:lnTo>
                  <a:pt x="3628567" y="7200"/>
                </a:lnTo>
                <a:lnTo>
                  <a:pt x="3629025" y="6070"/>
                </a:lnTo>
                <a:lnTo>
                  <a:pt x="3629025" y="3441"/>
                </a:lnTo>
                <a:close/>
              </a:path>
              <a:path w="3914775" h="1672589">
                <a:moveTo>
                  <a:pt x="3676650" y="1666240"/>
                </a:moveTo>
                <a:lnTo>
                  <a:pt x="3676192" y="1665122"/>
                </a:lnTo>
                <a:lnTo>
                  <a:pt x="3674326" y="1663255"/>
                </a:lnTo>
                <a:lnTo>
                  <a:pt x="3673208" y="1662785"/>
                </a:lnTo>
                <a:lnTo>
                  <a:pt x="3670579" y="1662785"/>
                </a:lnTo>
                <a:lnTo>
                  <a:pt x="3669449" y="1663255"/>
                </a:lnTo>
                <a:lnTo>
                  <a:pt x="3667595" y="1665122"/>
                </a:lnTo>
                <a:lnTo>
                  <a:pt x="3667125" y="1666240"/>
                </a:lnTo>
                <a:lnTo>
                  <a:pt x="3667125" y="1668868"/>
                </a:lnTo>
                <a:lnTo>
                  <a:pt x="3667595" y="1669986"/>
                </a:lnTo>
                <a:lnTo>
                  <a:pt x="3669449" y="1671853"/>
                </a:lnTo>
                <a:lnTo>
                  <a:pt x="3670579" y="1672310"/>
                </a:lnTo>
                <a:lnTo>
                  <a:pt x="3673208" y="1672310"/>
                </a:lnTo>
                <a:lnTo>
                  <a:pt x="3674326" y="1671853"/>
                </a:lnTo>
                <a:lnTo>
                  <a:pt x="3676192" y="1669986"/>
                </a:lnTo>
                <a:lnTo>
                  <a:pt x="3676650" y="1668868"/>
                </a:lnTo>
                <a:lnTo>
                  <a:pt x="3676650" y="1666240"/>
                </a:lnTo>
                <a:close/>
              </a:path>
              <a:path w="3914775" h="1672589">
                <a:moveTo>
                  <a:pt x="3676650" y="1111973"/>
                </a:moveTo>
                <a:lnTo>
                  <a:pt x="3676192" y="1110856"/>
                </a:lnTo>
                <a:lnTo>
                  <a:pt x="3674326" y="1108989"/>
                </a:lnTo>
                <a:lnTo>
                  <a:pt x="3673208" y="1108532"/>
                </a:lnTo>
                <a:lnTo>
                  <a:pt x="3670579" y="1108532"/>
                </a:lnTo>
                <a:lnTo>
                  <a:pt x="3669449" y="1108989"/>
                </a:lnTo>
                <a:lnTo>
                  <a:pt x="3667595" y="1110856"/>
                </a:lnTo>
                <a:lnTo>
                  <a:pt x="3667125" y="1111973"/>
                </a:lnTo>
                <a:lnTo>
                  <a:pt x="3667125" y="1114602"/>
                </a:lnTo>
                <a:lnTo>
                  <a:pt x="3667595" y="1115733"/>
                </a:lnTo>
                <a:lnTo>
                  <a:pt x="3669449" y="1117587"/>
                </a:lnTo>
                <a:lnTo>
                  <a:pt x="3670579" y="1118057"/>
                </a:lnTo>
                <a:lnTo>
                  <a:pt x="3673208" y="1118057"/>
                </a:lnTo>
                <a:lnTo>
                  <a:pt x="3674326" y="1117587"/>
                </a:lnTo>
                <a:lnTo>
                  <a:pt x="3676192" y="1115733"/>
                </a:lnTo>
                <a:lnTo>
                  <a:pt x="3676650" y="1114602"/>
                </a:lnTo>
                <a:lnTo>
                  <a:pt x="3676650" y="1111973"/>
                </a:lnTo>
                <a:close/>
              </a:path>
              <a:path w="3914775" h="1672589">
                <a:moveTo>
                  <a:pt x="3676650" y="557707"/>
                </a:moveTo>
                <a:lnTo>
                  <a:pt x="3676192" y="556590"/>
                </a:lnTo>
                <a:lnTo>
                  <a:pt x="3674326" y="554723"/>
                </a:lnTo>
                <a:lnTo>
                  <a:pt x="3673208" y="554266"/>
                </a:lnTo>
                <a:lnTo>
                  <a:pt x="3670579" y="554266"/>
                </a:lnTo>
                <a:lnTo>
                  <a:pt x="3669449" y="554723"/>
                </a:lnTo>
                <a:lnTo>
                  <a:pt x="3667595" y="556590"/>
                </a:lnTo>
                <a:lnTo>
                  <a:pt x="3667125" y="557707"/>
                </a:lnTo>
                <a:lnTo>
                  <a:pt x="3667125" y="560336"/>
                </a:lnTo>
                <a:lnTo>
                  <a:pt x="3667595" y="561467"/>
                </a:lnTo>
                <a:lnTo>
                  <a:pt x="3669449" y="563321"/>
                </a:lnTo>
                <a:lnTo>
                  <a:pt x="3670579" y="563791"/>
                </a:lnTo>
                <a:lnTo>
                  <a:pt x="3673208" y="563791"/>
                </a:lnTo>
                <a:lnTo>
                  <a:pt x="3674326" y="563321"/>
                </a:lnTo>
                <a:lnTo>
                  <a:pt x="3676192" y="561467"/>
                </a:lnTo>
                <a:lnTo>
                  <a:pt x="3676650" y="560336"/>
                </a:lnTo>
                <a:lnTo>
                  <a:pt x="3676650" y="557707"/>
                </a:lnTo>
                <a:close/>
              </a:path>
              <a:path w="3914775" h="1672589">
                <a:moveTo>
                  <a:pt x="3676650" y="3441"/>
                </a:moveTo>
                <a:lnTo>
                  <a:pt x="3676192" y="2324"/>
                </a:lnTo>
                <a:lnTo>
                  <a:pt x="3674326" y="469"/>
                </a:lnTo>
                <a:lnTo>
                  <a:pt x="3673208" y="0"/>
                </a:lnTo>
                <a:lnTo>
                  <a:pt x="3670579" y="0"/>
                </a:lnTo>
                <a:lnTo>
                  <a:pt x="3669449" y="469"/>
                </a:lnTo>
                <a:lnTo>
                  <a:pt x="3667595" y="2324"/>
                </a:lnTo>
                <a:lnTo>
                  <a:pt x="3667125" y="3441"/>
                </a:lnTo>
                <a:lnTo>
                  <a:pt x="3667125" y="6070"/>
                </a:lnTo>
                <a:lnTo>
                  <a:pt x="3667595" y="7200"/>
                </a:lnTo>
                <a:lnTo>
                  <a:pt x="3669449" y="9055"/>
                </a:lnTo>
                <a:lnTo>
                  <a:pt x="3670579" y="9525"/>
                </a:lnTo>
                <a:lnTo>
                  <a:pt x="3673208" y="9525"/>
                </a:lnTo>
                <a:lnTo>
                  <a:pt x="3674326" y="9055"/>
                </a:lnTo>
                <a:lnTo>
                  <a:pt x="3676192" y="7200"/>
                </a:lnTo>
                <a:lnTo>
                  <a:pt x="3676650" y="6070"/>
                </a:lnTo>
                <a:lnTo>
                  <a:pt x="3676650" y="3441"/>
                </a:lnTo>
                <a:close/>
              </a:path>
              <a:path w="3914775" h="1672589">
                <a:moveTo>
                  <a:pt x="3724275" y="1666240"/>
                </a:moveTo>
                <a:lnTo>
                  <a:pt x="3723817" y="1665122"/>
                </a:lnTo>
                <a:lnTo>
                  <a:pt x="3721951" y="1663255"/>
                </a:lnTo>
                <a:lnTo>
                  <a:pt x="3720833" y="1662785"/>
                </a:lnTo>
                <a:lnTo>
                  <a:pt x="3718204" y="1662785"/>
                </a:lnTo>
                <a:lnTo>
                  <a:pt x="3717074" y="1663255"/>
                </a:lnTo>
                <a:lnTo>
                  <a:pt x="3715220" y="1665122"/>
                </a:lnTo>
                <a:lnTo>
                  <a:pt x="3714750" y="1666240"/>
                </a:lnTo>
                <a:lnTo>
                  <a:pt x="3714750" y="1668868"/>
                </a:lnTo>
                <a:lnTo>
                  <a:pt x="3715220" y="1669986"/>
                </a:lnTo>
                <a:lnTo>
                  <a:pt x="3717074" y="1671853"/>
                </a:lnTo>
                <a:lnTo>
                  <a:pt x="3718204" y="1672310"/>
                </a:lnTo>
                <a:lnTo>
                  <a:pt x="3720833" y="1672310"/>
                </a:lnTo>
                <a:lnTo>
                  <a:pt x="3721951" y="1671853"/>
                </a:lnTo>
                <a:lnTo>
                  <a:pt x="3723817" y="1669986"/>
                </a:lnTo>
                <a:lnTo>
                  <a:pt x="3724275" y="1668868"/>
                </a:lnTo>
                <a:lnTo>
                  <a:pt x="3724275" y="1666240"/>
                </a:lnTo>
                <a:close/>
              </a:path>
              <a:path w="3914775" h="1672589">
                <a:moveTo>
                  <a:pt x="3724275" y="1111973"/>
                </a:moveTo>
                <a:lnTo>
                  <a:pt x="3723817" y="1110856"/>
                </a:lnTo>
                <a:lnTo>
                  <a:pt x="3721951" y="1108989"/>
                </a:lnTo>
                <a:lnTo>
                  <a:pt x="3720833" y="1108532"/>
                </a:lnTo>
                <a:lnTo>
                  <a:pt x="3718204" y="1108532"/>
                </a:lnTo>
                <a:lnTo>
                  <a:pt x="3717074" y="1108989"/>
                </a:lnTo>
                <a:lnTo>
                  <a:pt x="3715220" y="1110856"/>
                </a:lnTo>
                <a:lnTo>
                  <a:pt x="3714750" y="1111973"/>
                </a:lnTo>
                <a:lnTo>
                  <a:pt x="3714750" y="1114602"/>
                </a:lnTo>
                <a:lnTo>
                  <a:pt x="3715220" y="1115733"/>
                </a:lnTo>
                <a:lnTo>
                  <a:pt x="3717074" y="1117587"/>
                </a:lnTo>
                <a:lnTo>
                  <a:pt x="3718204" y="1118057"/>
                </a:lnTo>
                <a:lnTo>
                  <a:pt x="3720833" y="1118057"/>
                </a:lnTo>
                <a:lnTo>
                  <a:pt x="3721951" y="1117587"/>
                </a:lnTo>
                <a:lnTo>
                  <a:pt x="3723817" y="1115733"/>
                </a:lnTo>
                <a:lnTo>
                  <a:pt x="3724275" y="1114602"/>
                </a:lnTo>
                <a:lnTo>
                  <a:pt x="3724275" y="1111973"/>
                </a:lnTo>
                <a:close/>
              </a:path>
              <a:path w="3914775" h="1672589">
                <a:moveTo>
                  <a:pt x="3724275" y="557707"/>
                </a:moveTo>
                <a:lnTo>
                  <a:pt x="3723817" y="556590"/>
                </a:lnTo>
                <a:lnTo>
                  <a:pt x="3721951" y="554723"/>
                </a:lnTo>
                <a:lnTo>
                  <a:pt x="3720833" y="554266"/>
                </a:lnTo>
                <a:lnTo>
                  <a:pt x="3718204" y="554266"/>
                </a:lnTo>
                <a:lnTo>
                  <a:pt x="3717074" y="554723"/>
                </a:lnTo>
                <a:lnTo>
                  <a:pt x="3715220" y="556590"/>
                </a:lnTo>
                <a:lnTo>
                  <a:pt x="3714750" y="557707"/>
                </a:lnTo>
                <a:lnTo>
                  <a:pt x="3714750" y="560336"/>
                </a:lnTo>
                <a:lnTo>
                  <a:pt x="3715220" y="561467"/>
                </a:lnTo>
                <a:lnTo>
                  <a:pt x="3717074" y="563321"/>
                </a:lnTo>
                <a:lnTo>
                  <a:pt x="3718204" y="563791"/>
                </a:lnTo>
                <a:lnTo>
                  <a:pt x="3720833" y="563791"/>
                </a:lnTo>
                <a:lnTo>
                  <a:pt x="3721951" y="563321"/>
                </a:lnTo>
                <a:lnTo>
                  <a:pt x="3723817" y="561467"/>
                </a:lnTo>
                <a:lnTo>
                  <a:pt x="3724275" y="560336"/>
                </a:lnTo>
                <a:lnTo>
                  <a:pt x="3724275" y="557707"/>
                </a:lnTo>
                <a:close/>
              </a:path>
              <a:path w="3914775" h="1672589">
                <a:moveTo>
                  <a:pt x="3724275" y="3441"/>
                </a:moveTo>
                <a:lnTo>
                  <a:pt x="3723817" y="2324"/>
                </a:lnTo>
                <a:lnTo>
                  <a:pt x="3721951" y="469"/>
                </a:lnTo>
                <a:lnTo>
                  <a:pt x="3720833" y="0"/>
                </a:lnTo>
                <a:lnTo>
                  <a:pt x="3718204" y="0"/>
                </a:lnTo>
                <a:lnTo>
                  <a:pt x="3717074" y="469"/>
                </a:lnTo>
                <a:lnTo>
                  <a:pt x="3715220" y="2324"/>
                </a:lnTo>
                <a:lnTo>
                  <a:pt x="3714750" y="3441"/>
                </a:lnTo>
                <a:lnTo>
                  <a:pt x="3714750" y="6070"/>
                </a:lnTo>
                <a:lnTo>
                  <a:pt x="3715220" y="7200"/>
                </a:lnTo>
                <a:lnTo>
                  <a:pt x="3717074" y="9055"/>
                </a:lnTo>
                <a:lnTo>
                  <a:pt x="3718204" y="9525"/>
                </a:lnTo>
                <a:lnTo>
                  <a:pt x="3720833" y="9525"/>
                </a:lnTo>
                <a:lnTo>
                  <a:pt x="3721951" y="9055"/>
                </a:lnTo>
                <a:lnTo>
                  <a:pt x="3723817" y="7200"/>
                </a:lnTo>
                <a:lnTo>
                  <a:pt x="3724275" y="6070"/>
                </a:lnTo>
                <a:lnTo>
                  <a:pt x="3724275" y="3441"/>
                </a:lnTo>
                <a:close/>
              </a:path>
              <a:path w="3914775" h="1672589">
                <a:moveTo>
                  <a:pt x="3771900" y="1666240"/>
                </a:moveTo>
                <a:lnTo>
                  <a:pt x="3771442" y="1665122"/>
                </a:lnTo>
                <a:lnTo>
                  <a:pt x="3769576" y="1663255"/>
                </a:lnTo>
                <a:lnTo>
                  <a:pt x="3768458" y="1662785"/>
                </a:lnTo>
                <a:lnTo>
                  <a:pt x="3765829" y="1662785"/>
                </a:lnTo>
                <a:lnTo>
                  <a:pt x="3764699" y="1663255"/>
                </a:lnTo>
                <a:lnTo>
                  <a:pt x="3762845" y="1665122"/>
                </a:lnTo>
                <a:lnTo>
                  <a:pt x="3762375" y="1666240"/>
                </a:lnTo>
                <a:lnTo>
                  <a:pt x="3762375" y="1668868"/>
                </a:lnTo>
                <a:lnTo>
                  <a:pt x="3762845" y="1669986"/>
                </a:lnTo>
                <a:lnTo>
                  <a:pt x="3764699" y="1671853"/>
                </a:lnTo>
                <a:lnTo>
                  <a:pt x="3765829" y="1672310"/>
                </a:lnTo>
                <a:lnTo>
                  <a:pt x="3768458" y="1672310"/>
                </a:lnTo>
                <a:lnTo>
                  <a:pt x="3769576" y="1671853"/>
                </a:lnTo>
                <a:lnTo>
                  <a:pt x="3771442" y="1669986"/>
                </a:lnTo>
                <a:lnTo>
                  <a:pt x="3771900" y="1668868"/>
                </a:lnTo>
                <a:lnTo>
                  <a:pt x="3771900" y="1666240"/>
                </a:lnTo>
                <a:close/>
              </a:path>
              <a:path w="3914775" h="1672589">
                <a:moveTo>
                  <a:pt x="3771900" y="1111973"/>
                </a:moveTo>
                <a:lnTo>
                  <a:pt x="3771442" y="1110856"/>
                </a:lnTo>
                <a:lnTo>
                  <a:pt x="3769576" y="1108989"/>
                </a:lnTo>
                <a:lnTo>
                  <a:pt x="3768458" y="1108532"/>
                </a:lnTo>
                <a:lnTo>
                  <a:pt x="3765829" y="1108532"/>
                </a:lnTo>
                <a:lnTo>
                  <a:pt x="3764699" y="1108989"/>
                </a:lnTo>
                <a:lnTo>
                  <a:pt x="3762845" y="1110856"/>
                </a:lnTo>
                <a:lnTo>
                  <a:pt x="3762375" y="1111973"/>
                </a:lnTo>
                <a:lnTo>
                  <a:pt x="3762375" y="1114602"/>
                </a:lnTo>
                <a:lnTo>
                  <a:pt x="3762845" y="1115733"/>
                </a:lnTo>
                <a:lnTo>
                  <a:pt x="3764699" y="1117587"/>
                </a:lnTo>
                <a:lnTo>
                  <a:pt x="3765829" y="1118057"/>
                </a:lnTo>
                <a:lnTo>
                  <a:pt x="3768458" y="1118057"/>
                </a:lnTo>
                <a:lnTo>
                  <a:pt x="3769576" y="1117587"/>
                </a:lnTo>
                <a:lnTo>
                  <a:pt x="3771442" y="1115733"/>
                </a:lnTo>
                <a:lnTo>
                  <a:pt x="3771900" y="1114602"/>
                </a:lnTo>
                <a:lnTo>
                  <a:pt x="3771900" y="1111973"/>
                </a:lnTo>
                <a:close/>
              </a:path>
              <a:path w="3914775" h="1672589">
                <a:moveTo>
                  <a:pt x="3771900" y="557707"/>
                </a:moveTo>
                <a:lnTo>
                  <a:pt x="3771442" y="556590"/>
                </a:lnTo>
                <a:lnTo>
                  <a:pt x="3769576" y="554723"/>
                </a:lnTo>
                <a:lnTo>
                  <a:pt x="3768458" y="554266"/>
                </a:lnTo>
                <a:lnTo>
                  <a:pt x="3765829" y="554266"/>
                </a:lnTo>
                <a:lnTo>
                  <a:pt x="3764699" y="554723"/>
                </a:lnTo>
                <a:lnTo>
                  <a:pt x="3762845" y="556590"/>
                </a:lnTo>
                <a:lnTo>
                  <a:pt x="3762375" y="557707"/>
                </a:lnTo>
                <a:lnTo>
                  <a:pt x="3762375" y="560336"/>
                </a:lnTo>
                <a:lnTo>
                  <a:pt x="3762845" y="561467"/>
                </a:lnTo>
                <a:lnTo>
                  <a:pt x="3764699" y="563321"/>
                </a:lnTo>
                <a:lnTo>
                  <a:pt x="3765829" y="563791"/>
                </a:lnTo>
                <a:lnTo>
                  <a:pt x="3768458" y="563791"/>
                </a:lnTo>
                <a:lnTo>
                  <a:pt x="3769576" y="563321"/>
                </a:lnTo>
                <a:lnTo>
                  <a:pt x="3771442" y="561467"/>
                </a:lnTo>
                <a:lnTo>
                  <a:pt x="3771900" y="560336"/>
                </a:lnTo>
                <a:lnTo>
                  <a:pt x="3771900" y="557707"/>
                </a:lnTo>
                <a:close/>
              </a:path>
              <a:path w="3914775" h="1672589">
                <a:moveTo>
                  <a:pt x="3771900" y="3441"/>
                </a:moveTo>
                <a:lnTo>
                  <a:pt x="3771442" y="2324"/>
                </a:lnTo>
                <a:lnTo>
                  <a:pt x="3769576" y="469"/>
                </a:lnTo>
                <a:lnTo>
                  <a:pt x="3768458" y="0"/>
                </a:lnTo>
                <a:lnTo>
                  <a:pt x="3765829" y="0"/>
                </a:lnTo>
                <a:lnTo>
                  <a:pt x="3764699" y="469"/>
                </a:lnTo>
                <a:lnTo>
                  <a:pt x="3762845" y="2324"/>
                </a:lnTo>
                <a:lnTo>
                  <a:pt x="3762375" y="3441"/>
                </a:lnTo>
                <a:lnTo>
                  <a:pt x="3762375" y="6070"/>
                </a:lnTo>
                <a:lnTo>
                  <a:pt x="3762845" y="7200"/>
                </a:lnTo>
                <a:lnTo>
                  <a:pt x="3764699" y="9055"/>
                </a:lnTo>
                <a:lnTo>
                  <a:pt x="3765829" y="9525"/>
                </a:lnTo>
                <a:lnTo>
                  <a:pt x="3768458" y="9525"/>
                </a:lnTo>
                <a:lnTo>
                  <a:pt x="3769576" y="9055"/>
                </a:lnTo>
                <a:lnTo>
                  <a:pt x="3771442" y="7200"/>
                </a:lnTo>
                <a:lnTo>
                  <a:pt x="3771900" y="6070"/>
                </a:lnTo>
                <a:lnTo>
                  <a:pt x="3771900" y="3441"/>
                </a:lnTo>
                <a:close/>
              </a:path>
              <a:path w="3914775" h="1672589">
                <a:moveTo>
                  <a:pt x="3819525" y="1666240"/>
                </a:moveTo>
                <a:lnTo>
                  <a:pt x="3819067" y="1665122"/>
                </a:lnTo>
                <a:lnTo>
                  <a:pt x="3817201" y="1663255"/>
                </a:lnTo>
                <a:lnTo>
                  <a:pt x="3816083" y="1662785"/>
                </a:lnTo>
                <a:lnTo>
                  <a:pt x="3813454" y="1662785"/>
                </a:lnTo>
                <a:lnTo>
                  <a:pt x="3812324" y="1663255"/>
                </a:lnTo>
                <a:lnTo>
                  <a:pt x="3810470" y="1665122"/>
                </a:lnTo>
                <a:lnTo>
                  <a:pt x="3810000" y="1666240"/>
                </a:lnTo>
                <a:lnTo>
                  <a:pt x="3810000" y="1668868"/>
                </a:lnTo>
                <a:lnTo>
                  <a:pt x="3810470" y="1669986"/>
                </a:lnTo>
                <a:lnTo>
                  <a:pt x="3812324" y="1671853"/>
                </a:lnTo>
                <a:lnTo>
                  <a:pt x="3813454" y="1672310"/>
                </a:lnTo>
                <a:lnTo>
                  <a:pt x="3816083" y="1672310"/>
                </a:lnTo>
                <a:lnTo>
                  <a:pt x="3817201" y="1671853"/>
                </a:lnTo>
                <a:lnTo>
                  <a:pt x="3819067" y="1669986"/>
                </a:lnTo>
                <a:lnTo>
                  <a:pt x="3819525" y="1668868"/>
                </a:lnTo>
                <a:lnTo>
                  <a:pt x="3819525" y="1666240"/>
                </a:lnTo>
                <a:close/>
              </a:path>
              <a:path w="3914775" h="1672589">
                <a:moveTo>
                  <a:pt x="3819525" y="1111973"/>
                </a:moveTo>
                <a:lnTo>
                  <a:pt x="3819067" y="1110856"/>
                </a:lnTo>
                <a:lnTo>
                  <a:pt x="3817201" y="1108989"/>
                </a:lnTo>
                <a:lnTo>
                  <a:pt x="3816083" y="1108532"/>
                </a:lnTo>
                <a:lnTo>
                  <a:pt x="3813454" y="1108532"/>
                </a:lnTo>
                <a:lnTo>
                  <a:pt x="3812324" y="1108989"/>
                </a:lnTo>
                <a:lnTo>
                  <a:pt x="3810470" y="1110856"/>
                </a:lnTo>
                <a:lnTo>
                  <a:pt x="3810000" y="1111973"/>
                </a:lnTo>
                <a:lnTo>
                  <a:pt x="3810000" y="1114602"/>
                </a:lnTo>
                <a:lnTo>
                  <a:pt x="3810470" y="1115733"/>
                </a:lnTo>
                <a:lnTo>
                  <a:pt x="3812324" y="1117587"/>
                </a:lnTo>
                <a:lnTo>
                  <a:pt x="3813454" y="1118057"/>
                </a:lnTo>
                <a:lnTo>
                  <a:pt x="3816083" y="1118057"/>
                </a:lnTo>
                <a:lnTo>
                  <a:pt x="3817201" y="1117587"/>
                </a:lnTo>
                <a:lnTo>
                  <a:pt x="3819067" y="1115733"/>
                </a:lnTo>
                <a:lnTo>
                  <a:pt x="3819525" y="1114602"/>
                </a:lnTo>
                <a:lnTo>
                  <a:pt x="3819525" y="1111973"/>
                </a:lnTo>
                <a:close/>
              </a:path>
              <a:path w="3914775" h="1672589">
                <a:moveTo>
                  <a:pt x="3819525" y="557707"/>
                </a:moveTo>
                <a:lnTo>
                  <a:pt x="3819067" y="556590"/>
                </a:lnTo>
                <a:lnTo>
                  <a:pt x="3817201" y="554723"/>
                </a:lnTo>
                <a:lnTo>
                  <a:pt x="3816083" y="554266"/>
                </a:lnTo>
                <a:lnTo>
                  <a:pt x="3813454" y="554266"/>
                </a:lnTo>
                <a:lnTo>
                  <a:pt x="3812324" y="554723"/>
                </a:lnTo>
                <a:lnTo>
                  <a:pt x="3810470" y="556590"/>
                </a:lnTo>
                <a:lnTo>
                  <a:pt x="3810000" y="557707"/>
                </a:lnTo>
                <a:lnTo>
                  <a:pt x="3810000" y="560336"/>
                </a:lnTo>
                <a:lnTo>
                  <a:pt x="3810470" y="561467"/>
                </a:lnTo>
                <a:lnTo>
                  <a:pt x="3812324" y="563321"/>
                </a:lnTo>
                <a:lnTo>
                  <a:pt x="3813454" y="563791"/>
                </a:lnTo>
                <a:lnTo>
                  <a:pt x="3816083" y="563791"/>
                </a:lnTo>
                <a:lnTo>
                  <a:pt x="3817201" y="563321"/>
                </a:lnTo>
                <a:lnTo>
                  <a:pt x="3819067" y="561467"/>
                </a:lnTo>
                <a:lnTo>
                  <a:pt x="3819525" y="560336"/>
                </a:lnTo>
                <a:lnTo>
                  <a:pt x="3819525" y="557707"/>
                </a:lnTo>
                <a:close/>
              </a:path>
              <a:path w="3914775" h="1672589">
                <a:moveTo>
                  <a:pt x="3819525" y="3441"/>
                </a:moveTo>
                <a:lnTo>
                  <a:pt x="3819067" y="2324"/>
                </a:lnTo>
                <a:lnTo>
                  <a:pt x="3817201" y="469"/>
                </a:lnTo>
                <a:lnTo>
                  <a:pt x="3816083" y="0"/>
                </a:lnTo>
                <a:lnTo>
                  <a:pt x="3813454" y="0"/>
                </a:lnTo>
                <a:lnTo>
                  <a:pt x="3812324" y="469"/>
                </a:lnTo>
                <a:lnTo>
                  <a:pt x="3810470" y="2324"/>
                </a:lnTo>
                <a:lnTo>
                  <a:pt x="3810000" y="3441"/>
                </a:lnTo>
                <a:lnTo>
                  <a:pt x="3810000" y="6070"/>
                </a:lnTo>
                <a:lnTo>
                  <a:pt x="3810470" y="7200"/>
                </a:lnTo>
                <a:lnTo>
                  <a:pt x="3812324" y="9055"/>
                </a:lnTo>
                <a:lnTo>
                  <a:pt x="3813454" y="9525"/>
                </a:lnTo>
                <a:lnTo>
                  <a:pt x="3816083" y="9525"/>
                </a:lnTo>
                <a:lnTo>
                  <a:pt x="3817201" y="9055"/>
                </a:lnTo>
                <a:lnTo>
                  <a:pt x="3819067" y="7200"/>
                </a:lnTo>
                <a:lnTo>
                  <a:pt x="3819525" y="6070"/>
                </a:lnTo>
                <a:lnTo>
                  <a:pt x="3819525" y="3441"/>
                </a:lnTo>
                <a:close/>
              </a:path>
              <a:path w="3914775" h="1672589">
                <a:moveTo>
                  <a:pt x="3867150" y="1666240"/>
                </a:moveTo>
                <a:lnTo>
                  <a:pt x="3866692" y="1665122"/>
                </a:lnTo>
                <a:lnTo>
                  <a:pt x="3864826" y="1663255"/>
                </a:lnTo>
                <a:lnTo>
                  <a:pt x="3863708" y="1662785"/>
                </a:lnTo>
                <a:lnTo>
                  <a:pt x="3861079" y="1662785"/>
                </a:lnTo>
                <a:lnTo>
                  <a:pt x="3859949" y="1663255"/>
                </a:lnTo>
                <a:lnTo>
                  <a:pt x="3858095" y="1665122"/>
                </a:lnTo>
                <a:lnTo>
                  <a:pt x="3857625" y="1666240"/>
                </a:lnTo>
                <a:lnTo>
                  <a:pt x="3857625" y="1668868"/>
                </a:lnTo>
                <a:lnTo>
                  <a:pt x="3858095" y="1669986"/>
                </a:lnTo>
                <a:lnTo>
                  <a:pt x="3859949" y="1671853"/>
                </a:lnTo>
                <a:lnTo>
                  <a:pt x="3861079" y="1672310"/>
                </a:lnTo>
                <a:lnTo>
                  <a:pt x="3863708" y="1672310"/>
                </a:lnTo>
                <a:lnTo>
                  <a:pt x="3864826" y="1671853"/>
                </a:lnTo>
                <a:lnTo>
                  <a:pt x="3866692" y="1669986"/>
                </a:lnTo>
                <a:lnTo>
                  <a:pt x="3867150" y="1668868"/>
                </a:lnTo>
                <a:lnTo>
                  <a:pt x="3867150" y="1666240"/>
                </a:lnTo>
                <a:close/>
              </a:path>
              <a:path w="3914775" h="1672589">
                <a:moveTo>
                  <a:pt x="3867150" y="1111973"/>
                </a:moveTo>
                <a:lnTo>
                  <a:pt x="3866692" y="1110856"/>
                </a:lnTo>
                <a:lnTo>
                  <a:pt x="3864826" y="1108989"/>
                </a:lnTo>
                <a:lnTo>
                  <a:pt x="3863708" y="1108532"/>
                </a:lnTo>
                <a:lnTo>
                  <a:pt x="3861079" y="1108532"/>
                </a:lnTo>
                <a:lnTo>
                  <a:pt x="3859949" y="1108989"/>
                </a:lnTo>
                <a:lnTo>
                  <a:pt x="3858095" y="1110856"/>
                </a:lnTo>
                <a:lnTo>
                  <a:pt x="3857625" y="1111973"/>
                </a:lnTo>
                <a:lnTo>
                  <a:pt x="3857625" y="1114602"/>
                </a:lnTo>
                <a:lnTo>
                  <a:pt x="3858095" y="1115733"/>
                </a:lnTo>
                <a:lnTo>
                  <a:pt x="3859949" y="1117587"/>
                </a:lnTo>
                <a:lnTo>
                  <a:pt x="3861079" y="1118057"/>
                </a:lnTo>
                <a:lnTo>
                  <a:pt x="3863708" y="1118057"/>
                </a:lnTo>
                <a:lnTo>
                  <a:pt x="3864826" y="1117587"/>
                </a:lnTo>
                <a:lnTo>
                  <a:pt x="3866692" y="1115733"/>
                </a:lnTo>
                <a:lnTo>
                  <a:pt x="3867150" y="1114602"/>
                </a:lnTo>
                <a:lnTo>
                  <a:pt x="3867150" y="1111973"/>
                </a:lnTo>
                <a:close/>
              </a:path>
              <a:path w="3914775" h="1672589">
                <a:moveTo>
                  <a:pt x="3867150" y="557707"/>
                </a:moveTo>
                <a:lnTo>
                  <a:pt x="3866692" y="556590"/>
                </a:lnTo>
                <a:lnTo>
                  <a:pt x="3864826" y="554723"/>
                </a:lnTo>
                <a:lnTo>
                  <a:pt x="3863708" y="554266"/>
                </a:lnTo>
                <a:lnTo>
                  <a:pt x="3861079" y="554266"/>
                </a:lnTo>
                <a:lnTo>
                  <a:pt x="3859949" y="554723"/>
                </a:lnTo>
                <a:lnTo>
                  <a:pt x="3858095" y="556590"/>
                </a:lnTo>
                <a:lnTo>
                  <a:pt x="3857625" y="557707"/>
                </a:lnTo>
                <a:lnTo>
                  <a:pt x="3857625" y="560336"/>
                </a:lnTo>
                <a:lnTo>
                  <a:pt x="3858095" y="561467"/>
                </a:lnTo>
                <a:lnTo>
                  <a:pt x="3859949" y="563321"/>
                </a:lnTo>
                <a:lnTo>
                  <a:pt x="3861079" y="563791"/>
                </a:lnTo>
                <a:lnTo>
                  <a:pt x="3863708" y="563791"/>
                </a:lnTo>
                <a:lnTo>
                  <a:pt x="3864826" y="563321"/>
                </a:lnTo>
                <a:lnTo>
                  <a:pt x="3866692" y="561467"/>
                </a:lnTo>
                <a:lnTo>
                  <a:pt x="3867150" y="560336"/>
                </a:lnTo>
                <a:lnTo>
                  <a:pt x="3867150" y="557707"/>
                </a:lnTo>
                <a:close/>
              </a:path>
              <a:path w="3914775" h="1672589">
                <a:moveTo>
                  <a:pt x="3867150" y="3441"/>
                </a:moveTo>
                <a:lnTo>
                  <a:pt x="3866692" y="2324"/>
                </a:lnTo>
                <a:lnTo>
                  <a:pt x="3864826" y="469"/>
                </a:lnTo>
                <a:lnTo>
                  <a:pt x="3863708" y="0"/>
                </a:lnTo>
                <a:lnTo>
                  <a:pt x="3861079" y="0"/>
                </a:lnTo>
                <a:lnTo>
                  <a:pt x="3859949" y="469"/>
                </a:lnTo>
                <a:lnTo>
                  <a:pt x="3858095" y="2324"/>
                </a:lnTo>
                <a:lnTo>
                  <a:pt x="3857625" y="3441"/>
                </a:lnTo>
                <a:lnTo>
                  <a:pt x="3857625" y="6070"/>
                </a:lnTo>
                <a:lnTo>
                  <a:pt x="3858095" y="7200"/>
                </a:lnTo>
                <a:lnTo>
                  <a:pt x="3859949" y="9055"/>
                </a:lnTo>
                <a:lnTo>
                  <a:pt x="3861079" y="9525"/>
                </a:lnTo>
                <a:lnTo>
                  <a:pt x="3863708" y="9525"/>
                </a:lnTo>
                <a:lnTo>
                  <a:pt x="3864826" y="9055"/>
                </a:lnTo>
                <a:lnTo>
                  <a:pt x="3866692" y="7200"/>
                </a:lnTo>
                <a:lnTo>
                  <a:pt x="3867150" y="6070"/>
                </a:lnTo>
                <a:lnTo>
                  <a:pt x="3867150" y="3441"/>
                </a:lnTo>
                <a:close/>
              </a:path>
              <a:path w="3914775" h="1672589">
                <a:moveTo>
                  <a:pt x="3914775" y="1666240"/>
                </a:moveTo>
                <a:lnTo>
                  <a:pt x="3914317" y="1665122"/>
                </a:lnTo>
                <a:lnTo>
                  <a:pt x="3912451" y="1663255"/>
                </a:lnTo>
                <a:lnTo>
                  <a:pt x="3911333" y="1662785"/>
                </a:lnTo>
                <a:lnTo>
                  <a:pt x="3908704" y="1662785"/>
                </a:lnTo>
                <a:lnTo>
                  <a:pt x="3907574" y="1663255"/>
                </a:lnTo>
                <a:lnTo>
                  <a:pt x="3905720" y="1665122"/>
                </a:lnTo>
                <a:lnTo>
                  <a:pt x="3905250" y="1666240"/>
                </a:lnTo>
                <a:lnTo>
                  <a:pt x="3905250" y="1668868"/>
                </a:lnTo>
                <a:lnTo>
                  <a:pt x="3905720" y="1669986"/>
                </a:lnTo>
                <a:lnTo>
                  <a:pt x="3907574" y="1671853"/>
                </a:lnTo>
                <a:lnTo>
                  <a:pt x="3908704" y="1672310"/>
                </a:lnTo>
                <a:lnTo>
                  <a:pt x="3911333" y="1672310"/>
                </a:lnTo>
                <a:lnTo>
                  <a:pt x="3912451" y="1671853"/>
                </a:lnTo>
                <a:lnTo>
                  <a:pt x="3914317" y="1669986"/>
                </a:lnTo>
                <a:lnTo>
                  <a:pt x="3914775" y="1668868"/>
                </a:lnTo>
                <a:lnTo>
                  <a:pt x="3914775" y="1666240"/>
                </a:lnTo>
                <a:close/>
              </a:path>
              <a:path w="3914775" h="1672589">
                <a:moveTo>
                  <a:pt x="3914775" y="1111973"/>
                </a:moveTo>
                <a:lnTo>
                  <a:pt x="3914317" y="1110856"/>
                </a:lnTo>
                <a:lnTo>
                  <a:pt x="3912451" y="1108989"/>
                </a:lnTo>
                <a:lnTo>
                  <a:pt x="3911333" y="1108532"/>
                </a:lnTo>
                <a:lnTo>
                  <a:pt x="3908704" y="1108532"/>
                </a:lnTo>
                <a:lnTo>
                  <a:pt x="3907574" y="1108989"/>
                </a:lnTo>
                <a:lnTo>
                  <a:pt x="3905720" y="1110856"/>
                </a:lnTo>
                <a:lnTo>
                  <a:pt x="3905250" y="1111973"/>
                </a:lnTo>
                <a:lnTo>
                  <a:pt x="3905250" y="1114602"/>
                </a:lnTo>
                <a:lnTo>
                  <a:pt x="3905720" y="1115733"/>
                </a:lnTo>
                <a:lnTo>
                  <a:pt x="3907574" y="1117587"/>
                </a:lnTo>
                <a:lnTo>
                  <a:pt x="3908704" y="1118057"/>
                </a:lnTo>
                <a:lnTo>
                  <a:pt x="3911333" y="1118057"/>
                </a:lnTo>
                <a:lnTo>
                  <a:pt x="3912451" y="1117587"/>
                </a:lnTo>
                <a:lnTo>
                  <a:pt x="3914317" y="1115733"/>
                </a:lnTo>
                <a:lnTo>
                  <a:pt x="3914775" y="1114602"/>
                </a:lnTo>
                <a:lnTo>
                  <a:pt x="3914775" y="1111973"/>
                </a:lnTo>
                <a:close/>
              </a:path>
              <a:path w="3914775" h="1672589">
                <a:moveTo>
                  <a:pt x="3914775" y="557707"/>
                </a:moveTo>
                <a:lnTo>
                  <a:pt x="3914317" y="556590"/>
                </a:lnTo>
                <a:lnTo>
                  <a:pt x="3912451" y="554723"/>
                </a:lnTo>
                <a:lnTo>
                  <a:pt x="3911333" y="554266"/>
                </a:lnTo>
                <a:lnTo>
                  <a:pt x="3908704" y="554266"/>
                </a:lnTo>
                <a:lnTo>
                  <a:pt x="3907574" y="554723"/>
                </a:lnTo>
                <a:lnTo>
                  <a:pt x="3905720" y="556590"/>
                </a:lnTo>
                <a:lnTo>
                  <a:pt x="3905250" y="557707"/>
                </a:lnTo>
                <a:lnTo>
                  <a:pt x="3905250" y="560336"/>
                </a:lnTo>
                <a:lnTo>
                  <a:pt x="3905720" y="561467"/>
                </a:lnTo>
                <a:lnTo>
                  <a:pt x="3907574" y="563321"/>
                </a:lnTo>
                <a:lnTo>
                  <a:pt x="3908704" y="563791"/>
                </a:lnTo>
                <a:lnTo>
                  <a:pt x="3911333" y="563791"/>
                </a:lnTo>
                <a:lnTo>
                  <a:pt x="3912451" y="563321"/>
                </a:lnTo>
                <a:lnTo>
                  <a:pt x="3914317" y="561467"/>
                </a:lnTo>
                <a:lnTo>
                  <a:pt x="3914775" y="560336"/>
                </a:lnTo>
                <a:lnTo>
                  <a:pt x="3914775" y="557707"/>
                </a:lnTo>
                <a:close/>
              </a:path>
              <a:path w="3914775" h="1672589">
                <a:moveTo>
                  <a:pt x="3914775" y="3441"/>
                </a:moveTo>
                <a:lnTo>
                  <a:pt x="3914317" y="2324"/>
                </a:lnTo>
                <a:lnTo>
                  <a:pt x="3912451" y="469"/>
                </a:lnTo>
                <a:lnTo>
                  <a:pt x="3911333" y="0"/>
                </a:lnTo>
                <a:lnTo>
                  <a:pt x="3908704" y="0"/>
                </a:lnTo>
                <a:lnTo>
                  <a:pt x="3907574" y="469"/>
                </a:lnTo>
                <a:lnTo>
                  <a:pt x="3905720" y="2324"/>
                </a:lnTo>
                <a:lnTo>
                  <a:pt x="3905250" y="3441"/>
                </a:lnTo>
                <a:lnTo>
                  <a:pt x="3905250" y="6070"/>
                </a:lnTo>
                <a:lnTo>
                  <a:pt x="3905720" y="7200"/>
                </a:lnTo>
                <a:lnTo>
                  <a:pt x="3907574" y="9055"/>
                </a:lnTo>
                <a:lnTo>
                  <a:pt x="3908704" y="9525"/>
                </a:lnTo>
                <a:lnTo>
                  <a:pt x="3911333" y="9525"/>
                </a:lnTo>
                <a:lnTo>
                  <a:pt x="3912451" y="9055"/>
                </a:lnTo>
                <a:lnTo>
                  <a:pt x="3914317" y="7200"/>
                </a:lnTo>
                <a:lnTo>
                  <a:pt x="3914775" y="6070"/>
                </a:lnTo>
                <a:lnTo>
                  <a:pt x="3914775" y="3441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069982" y="2902049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E6E6E6"/>
                </a:solidFill>
                <a:latin typeface="Segoe UI"/>
                <a:cs typeface="Segoe UI"/>
              </a:rPr>
              <a:t>0K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069982" y="2347784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E6E6E6"/>
                </a:solidFill>
                <a:latin typeface="Segoe UI"/>
                <a:cs typeface="Segoe UI"/>
              </a:rPr>
              <a:t>1K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069982" y="1793520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E6E6E6"/>
                </a:solidFill>
                <a:latin typeface="Segoe UI"/>
                <a:cs typeface="Segoe UI"/>
              </a:rPr>
              <a:t>2K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069982" y="1239256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E6E6E6"/>
                </a:solidFill>
                <a:latin typeface="Segoe UI"/>
                <a:cs typeface="Segoe UI"/>
              </a:rPr>
              <a:t>3K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6" name="object 36"/>
          <p:cNvSpPr txBox="1"/>
          <p:nvPr/>
        </p:nvSpPr>
        <p:spPr>
          <a:xfrm rot="19560000">
            <a:off x="9103071" y="3116842"/>
            <a:ext cx="375937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E6E6E6"/>
                </a:solidFill>
                <a:latin typeface="Segoe UI"/>
                <a:cs typeface="Segoe UI"/>
              </a:rPr>
              <a:t>TV-</a:t>
            </a:r>
            <a:r>
              <a:rPr sz="900" spc="-25" dirty="0">
                <a:solidFill>
                  <a:srgbClr val="E6E6E6"/>
                </a:solidFill>
                <a:latin typeface="Segoe UI"/>
                <a:cs typeface="Segoe UI"/>
              </a:rPr>
              <a:t>MA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 rot="19560000">
            <a:off x="9401378" y="3101412"/>
            <a:ext cx="326121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E6E6E6"/>
                </a:solidFill>
                <a:latin typeface="Segoe UI"/>
                <a:cs typeface="Segoe UI"/>
              </a:rPr>
              <a:t>TV-</a:t>
            </a:r>
            <a:r>
              <a:rPr sz="900" spc="-25" dirty="0">
                <a:solidFill>
                  <a:srgbClr val="E6E6E6"/>
                </a:solidFill>
                <a:latin typeface="Segoe UI"/>
                <a:cs typeface="Segoe UI"/>
              </a:rPr>
              <a:t>14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 rot="19560000">
            <a:off x="9636093" y="3106988"/>
            <a:ext cx="344027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E6E6E6"/>
                </a:solidFill>
                <a:latin typeface="Segoe UI"/>
                <a:cs typeface="Segoe UI"/>
              </a:rPr>
              <a:t>TV-</a:t>
            </a:r>
            <a:r>
              <a:rPr sz="900" spc="-35" dirty="0">
                <a:solidFill>
                  <a:srgbClr val="E6E6E6"/>
                </a:solidFill>
                <a:latin typeface="Segoe UI"/>
                <a:cs typeface="Segoe UI"/>
              </a:rPr>
              <a:t>PG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9" name="object 39"/>
          <p:cNvSpPr txBox="1"/>
          <p:nvPr/>
        </p:nvSpPr>
        <p:spPr>
          <a:xfrm rot="19560000">
            <a:off x="10095169" y="3033523"/>
            <a:ext cx="13462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50" dirty="0">
                <a:solidFill>
                  <a:srgbClr val="E6E6E6"/>
                </a:solidFill>
                <a:latin typeface="Segoe UI"/>
                <a:cs typeface="Segoe UI"/>
              </a:rPr>
              <a:t>R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0" name="object 40"/>
          <p:cNvSpPr txBox="1"/>
          <p:nvPr/>
        </p:nvSpPr>
        <p:spPr>
          <a:xfrm rot="19560000">
            <a:off x="10147963" y="3104113"/>
            <a:ext cx="334461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E6E6E6"/>
                </a:solidFill>
                <a:latin typeface="Segoe UI"/>
                <a:cs typeface="Segoe UI"/>
              </a:rPr>
              <a:t>PG-</a:t>
            </a:r>
            <a:r>
              <a:rPr sz="900" spc="-25" dirty="0">
                <a:solidFill>
                  <a:srgbClr val="E6E6E6"/>
                </a:solidFill>
                <a:latin typeface="Segoe UI"/>
                <a:cs typeface="Segoe UI"/>
              </a:rPr>
              <a:t>13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1" name="object 41"/>
          <p:cNvSpPr txBox="1"/>
          <p:nvPr/>
        </p:nvSpPr>
        <p:spPr>
          <a:xfrm rot="19560000">
            <a:off x="10406170" y="3101909"/>
            <a:ext cx="32731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E6E6E6"/>
                </a:solidFill>
                <a:latin typeface="Segoe UI"/>
                <a:cs typeface="Segoe UI"/>
              </a:rPr>
              <a:t>TV-</a:t>
            </a:r>
            <a:r>
              <a:rPr sz="900" spc="-25" dirty="0">
                <a:solidFill>
                  <a:srgbClr val="E6E6E6"/>
                </a:solidFill>
                <a:latin typeface="Segoe UI"/>
                <a:cs typeface="Segoe UI"/>
              </a:rPr>
              <a:t>Y7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2" name="object 42"/>
          <p:cNvSpPr txBox="1"/>
          <p:nvPr/>
        </p:nvSpPr>
        <p:spPr>
          <a:xfrm rot="19560000">
            <a:off x="10711249" y="3084016"/>
            <a:ext cx="27045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E6E6E6"/>
                </a:solidFill>
                <a:latin typeface="Segoe UI"/>
                <a:cs typeface="Segoe UI"/>
              </a:rPr>
              <a:t>TV-</a:t>
            </a:r>
            <a:r>
              <a:rPr sz="900" spc="-50" dirty="0">
                <a:solidFill>
                  <a:srgbClr val="E6E6E6"/>
                </a:solidFill>
                <a:latin typeface="Segoe UI"/>
                <a:cs typeface="Segoe UI"/>
              </a:rPr>
              <a:t>Y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3" name="object 43"/>
          <p:cNvSpPr txBox="1"/>
          <p:nvPr/>
        </p:nvSpPr>
        <p:spPr>
          <a:xfrm rot="19560000">
            <a:off x="11046276" y="3054978"/>
            <a:ext cx="18495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25" dirty="0">
                <a:solidFill>
                  <a:srgbClr val="E6E6E6"/>
                </a:solidFill>
                <a:latin typeface="Segoe UI"/>
                <a:cs typeface="Segoe UI"/>
              </a:rPr>
              <a:t>PG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4" name="object 44"/>
          <p:cNvSpPr txBox="1"/>
          <p:nvPr/>
        </p:nvSpPr>
        <p:spPr>
          <a:xfrm rot="19560000">
            <a:off x="11201268" y="3088408"/>
            <a:ext cx="28433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E6E6E6"/>
                </a:solidFill>
                <a:latin typeface="Segoe UI"/>
                <a:cs typeface="Segoe UI"/>
              </a:rPr>
              <a:t>TV-</a:t>
            </a:r>
            <a:r>
              <a:rPr sz="900" spc="-50" dirty="0">
                <a:solidFill>
                  <a:srgbClr val="E6E6E6"/>
                </a:solidFill>
                <a:latin typeface="Segoe UI"/>
                <a:cs typeface="Segoe UI"/>
              </a:rPr>
              <a:t>G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5" name="object 45"/>
          <p:cNvSpPr txBox="1"/>
          <p:nvPr/>
        </p:nvSpPr>
        <p:spPr>
          <a:xfrm rot="19560000">
            <a:off x="11540156" y="3058311"/>
            <a:ext cx="194074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25" dirty="0">
                <a:solidFill>
                  <a:srgbClr val="E6E6E6"/>
                </a:solidFill>
                <a:latin typeface="Segoe UI"/>
                <a:cs typeface="Segoe UI"/>
              </a:rPr>
              <a:t>NR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6" name="object 46"/>
          <p:cNvSpPr txBox="1"/>
          <p:nvPr/>
        </p:nvSpPr>
        <p:spPr>
          <a:xfrm rot="19560000">
            <a:off x="11849284" y="3036398"/>
            <a:ext cx="140253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50" dirty="0">
                <a:solidFill>
                  <a:srgbClr val="E6E6E6"/>
                </a:solidFill>
                <a:latin typeface="Segoe UI"/>
                <a:cs typeface="Segoe UI"/>
              </a:rPr>
              <a:t>G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7" name="object 47"/>
          <p:cNvSpPr txBox="1"/>
          <p:nvPr/>
        </p:nvSpPr>
        <p:spPr>
          <a:xfrm rot="19560000">
            <a:off x="11920977" y="3093728"/>
            <a:ext cx="321368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35" dirty="0">
                <a:solidFill>
                  <a:srgbClr val="E6E6E6"/>
                </a:solidFill>
                <a:latin typeface="Segoe UI"/>
                <a:cs typeface="Segoe UI"/>
              </a:rPr>
              <a:t>(</a:t>
            </a:r>
            <a:r>
              <a:rPr sz="1000" spc="-120" dirty="0">
                <a:solidFill>
                  <a:srgbClr val="E6E6E6"/>
                </a:solidFill>
                <a:latin typeface="SimSun"/>
                <a:cs typeface="SimSun"/>
              </a:rPr>
              <a:t>空</a:t>
            </a:r>
            <a:r>
              <a:rPr sz="1000" b="0" spc="-120" dirty="0">
                <a:solidFill>
                  <a:srgbClr val="E6E6E6"/>
                </a:solidFill>
                <a:latin typeface="Adobe Gothic Std L"/>
                <a:cs typeface="Adobe Gothic Std L"/>
              </a:rPr>
              <a:t>⽩</a:t>
            </a:r>
            <a:r>
              <a:rPr sz="1350" spc="-75" baseline="3086" dirty="0">
                <a:solidFill>
                  <a:srgbClr val="E6E6E6"/>
                </a:solidFill>
                <a:latin typeface="Segoe UI"/>
                <a:cs typeface="Segoe UI"/>
              </a:rPr>
              <a:t>)</a:t>
            </a:r>
            <a:endParaRPr sz="1350" baseline="3086">
              <a:latin typeface="Segoe UI"/>
              <a:cs typeface="Segoe UI"/>
            </a:endParaRPr>
          </a:p>
        </p:txBody>
      </p:sp>
      <p:sp>
        <p:nvSpPr>
          <p:cNvPr id="48" name="object 48"/>
          <p:cNvSpPr txBox="1"/>
          <p:nvPr/>
        </p:nvSpPr>
        <p:spPr>
          <a:xfrm rot="19560000">
            <a:off x="12014197" y="3151996"/>
            <a:ext cx="492861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E6E6E6"/>
                </a:solidFill>
                <a:latin typeface="Segoe UI"/>
                <a:cs typeface="Segoe UI"/>
              </a:rPr>
              <a:t>TV-Y7-</a:t>
            </a:r>
            <a:r>
              <a:rPr sz="900" spc="-25" dirty="0">
                <a:solidFill>
                  <a:srgbClr val="E6E6E6"/>
                </a:solidFill>
                <a:latin typeface="Segoe UI"/>
                <a:cs typeface="Segoe UI"/>
              </a:rPr>
              <a:t>FV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9" name="object 49"/>
          <p:cNvSpPr txBox="1"/>
          <p:nvPr/>
        </p:nvSpPr>
        <p:spPr>
          <a:xfrm rot="19560000">
            <a:off x="12399831" y="3108132"/>
            <a:ext cx="347623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E6E6E6"/>
                </a:solidFill>
                <a:latin typeface="Segoe UI"/>
                <a:cs typeface="Segoe UI"/>
              </a:rPr>
              <a:t>NC-</a:t>
            </a:r>
            <a:r>
              <a:rPr sz="900" spc="-35" dirty="0">
                <a:solidFill>
                  <a:srgbClr val="E6E6E6"/>
                </a:solidFill>
                <a:latin typeface="Segoe UI"/>
                <a:cs typeface="Segoe UI"/>
              </a:rPr>
              <a:t>17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0" name="object 50"/>
          <p:cNvSpPr txBox="1"/>
          <p:nvPr/>
        </p:nvSpPr>
        <p:spPr>
          <a:xfrm rot="19560000">
            <a:off x="12803596" y="3056274"/>
            <a:ext cx="188474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25" dirty="0">
                <a:solidFill>
                  <a:srgbClr val="E6E6E6"/>
                </a:solidFill>
                <a:latin typeface="Segoe UI"/>
                <a:cs typeface="Segoe UI"/>
              </a:rPr>
              <a:t>UR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9406547" y="1215137"/>
            <a:ext cx="3721100" cy="2521585"/>
            <a:chOff x="9406547" y="1215137"/>
            <a:chExt cx="3721100" cy="2521585"/>
          </a:xfrm>
        </p:grpSpPr>
        <p:sp>
          <p:nvSpPr>
            <p:cNvPr id="52" name="object 52"/>
            <p:cNvSpPr/>
            <p:nvPr/>
          </p:nvSpPr>
          <p:spPr>
            <a:xfrm>
              <a:off x="9406547" y="1848116"/>
              <a:ext cx="3721100" cy="1139825"/>
            </a:xfrm>
            <a:custGeom>
              <a:avLst/>
              <a:gdLst/>
              <a:ahLst/>
              <a:cxnLst/>
              <a:rect l="l" t="t" r="r" b="b"/>
              <a:pathLst>
                <a:path w="3721100" h="1139825">
                  <a:moveTo>
                    <a:pt x="198691" y="0"/>
                  </a:moveTo>
                  <a:lnTo>
                    <a:pt x="0" y="0"/>
                  </a:lnTo>
                  <a:lnTo>
                    <a:pt x="0" y="1139558"/>
                  </a:lnTo>
                  <a:lnTo>
                    <a:pt x="198691" y="1139558"/>
                  </a:lnTo>
                  <a:lnTo>
                    <a:pt x="198691" y="0"/>
                  </a:lnTo>
                  <a:close/>
                </a:path>
                <a:path w="3721100" h="1139825">
                  <a:moveTo>
                    <a:pt x="450253" y="351396"/>
                  </a:moveTo>
                  <a:lnTo>
                    <a:pt x="251548" y="351396"/>
                  </a:lnTo>
                  <a:lnTo>
                    <a:pt x="251548" y="1139558"/>
                  </a:lnTo>
                  <a:lnTo>
                    <a:pt x="450253" y="1139558"/>
                  </a:lnTo>
                  <a:lnTo>
                    <a:pt x="450253" y="351396"/>
                  </a:lnTo>
                  <a:close/>
                </a:path>
                <a:path w="3721100" h="1139825">
                  <a:moveTo>
                    <a:pt x="701802" y="843584"/>
                  </a:moveTo>
                  <a:lnTo>
                    <a:pt x="503110" y="843584"/>
                  </a:lnTo>
                  <a:lnTo>
                    <a:pt x="503110" y="1139558"/>
                  </a:lnTo>
                  <a:lnTo>
                    <a:pt x="701802" y="1139558"/>
                  </a:lnTo>
                  <a:lnTo>
                    <a:pt x="701802" y="843584"/>
                  </a:lnTo>
                  <a:close/>
                </a:path>
                <a:path w="3721100" h="1139825">
                  <a:moveTo>
                    <a:pt x="953363" y="698373"/>
                  </a:moveTo>
                  <a:lnTo>
                    <a:pt x="754672" y="698373"/>
                  </a:lnTo>
                  <a:lnTo>
                    <a:pt x="754672" y="1139558"/>
                  </a:lnTo>
                  <a:lnTo>
                    <a:pt x="953363" y="1139558"/>
                  </a:lnTo>
                  <a:lnTo>
                    <a:pt x="953363" y="698373"/>
                  </a:lnTo>
                  <a:close/>
                </a:path>
                <a:path w="3721100" h="1139825">
                  <a:moveTo>
                    <a:pt x="1204925" y="867968"/>
                  </a:moveTo>
                  <a:lnTo>
                    <a:pt x="1006221" y="867968"/>
                  </a:lnTo>
                  <a:lnTo>
                    <a:pt x="1006221" y="1139558"/>
                  </a:lnTo>
                  <a:lnTo>
                    <a:pt x="1204925" y="1139558"/>
                  </a:lnTo>
                  <a:lnTo>
                    <a:pt x="1204925" y="867968"/>
                  </a:lnTo>
                  <a:close/>
                </a:path>
                <a:path w="3721100" h="1139825">
                  <a:moveTo>
                    <a:pt x="1456486" y="1062520"/>
                  </a:moveTo>
                  <a:lnTo>
                    <a:pt x="1257782" y="1062520"/>
                  </a:lnTo>
                  <a:lnTo>
                    <a:pt x="1257782" y="1139558"/>
                  </a:lnTo>
                  <a:lnTo>
                    <a:pt x="1456486" y="1139558"/>
                  </a:lnTo>
                  <a:lnTo>
                    <a:pt x="1456486" y="1062520"/>
                  </a:lnTo>
                  <a:close/>
                </a:path>
                <a:path w="3721100" h="1139825">
                  <a:moveTo>
                    <a:pt x="1708035" y="1066952"/>
                  </a:moveTo>
                  <a:lnTo>
                    <a:pt x="1509344" y="1066952"/>
                  </a:lnTo>
                  <a:lnTo>
                    <a:pt x="1509344" y="1139558"/>
                  </a:lnTo>
                  <a:lnTo>
                    <a:pt x="1708035" y="1139558"/>
                  </a:lnTo>
                  <a:lnTo>
                    <a:pt x="1708035" y="1066952"/>
                  </a:lnTo>
                  <a:close/>
                </a:path>
                <a:path w="3721100" h="1139825">
                  <a:moveTo>
                    <a:pt x="1959597" y="981049"/>
                  </a:moveTo>
                  <a:lnTo>
                    <a:pt x="1760893" y="981049"/>
                  </a:lnTo>
                  <a:lnTo>
                    <a:pt x="1760893" y="1139558"/>
                  </a:lnTo>
                  <a:lnTo>
                    <a:pt x="1959597" y="1139558"/>
                  </a:lnTo>
                  <a:lnTo>
                    <a:pt x="1959597" y="981049"/>
                  </a:lnTo>
                  <a:close/>
                </a:path>
                <a:path w="3721100" h="1139825">
                  <a:moveTo>
                    <a:pt x="2211159" y="1069721"/>
                  </a:moveTo>
                  <a:lnTo>
                    <a:pt x="2012454" y="1069721"/>
                  </a:lnTo>
                  <a:lnTo>
                    <a:pt x="2012454" y="1139558"/>
                  </a:lnTo>
                  <a:lnTo>
                    <a:pt x="2211159" y="1139558"/>
                  </a:lnTo>
                  <a:lnTo>
                    <a:pt x="2211159" y="1069721"/>
                  </a:lnTo>
                  <a:close/>
                </a:path>
                <a:path w="3721100" h="1139825">
                  <a:moveTo>
                    <a:pt x="2462707" y="1098550"/>
                  </a:moveTo>
                  <a:lnTo>
                    <a:pt x="2264016" y="1098550"/>
                  </a:lnTo>
                  <a:lnTo>
                    <a:pt x="2264016" y="1139558"/>
                  </a:lnTo>
                  <a:lnTo>
                    <a:pt x="2462707" y="1139558"/>
                  </a:lnTo>
                  <a:lnTo>
                    <a:pt x="2462707" y="1098550"/>
                  </a:lnTo>
                  <a:close/>
                </a:path>
                <a:path w="3721100" h="1139825">
                  <a:moveTo>
                    <a:pt x="2714269" y="1116838"/>
                  </a:moveTo>
                  <a:lnTo>
                    <a:pt x="2515565" y="1116838"/>
                  </a:lnTo>
                  <a:lnTo>
                    <a:pt x="2515565" y="1139558"/>
                  </a:lnTo>
                  <a:lnTo>
                    <a:pt x="2714269" y="1139558"/>
                  </a:lnTo>
                  <a:lnTo>
                    <a:pt x="2714269" y="1116838"/>
                  </a:lnTo>
                  <a:close/>
                </a:path>
                <a:path w="3721100" h="1139825">
                  <a:moveTo>
                    <a:pt x="2965831" y="1136789"/>
                  </a:moveTo>
                  <a:lnTo>
                    <a:pt x="2767126" y="1136789"/>
                  </a:lnTo>
                  <a:lnTo>
                    <a:pt x="2767126" y="1139558"/>
                  </a:lnTo>
                  <a:lnTo>
                    <a:pt x="2965831" y="1139558"/>
                  </a:lnTo>
                  <a:lnTo>
                    <a:pt x="2965831" y="1136789"/>
                  </a:lnTo>
                  <a:close/>
                </a:path>
                <a:path w="3721100" h="1139825">
                  <a:moveTo>
                    <a:pt x="3217380" y="1136789"/>
                  </a:moveTo>
                  <a:lnTo>
                    <a:pt x="3018688" y="1136789"/>
                  </a:lnTo>
                  <a:lnTo>
                    <a:pt x="3018688" y="1139558"/>
                  </a:lnTo>
                  <a:lnTo>
                    <a:pt x="3217380" y="1139558"/>
                  </a:lnTo>
                  <a:lnTo>
                    <a:pt x="3217380" y="1136789"/>
                  </a:lnTo>
                  <a:close/>
                </a:path>
                <a:path w="3721100" h="1139825">
                  <a:moveTo>
                    <a:pt x="3468941" y="1137907"/>
                  </a:moveTo>
                  <a:lnTo>
                    <a:pt x="3270250" y="1137907"/>
                  </a:lnTo>
                  <a:lnTo>
                    <a:pt x="3270250" y="1139558"/>
                  </a:lnTo>
                  <a:lnTo>
                    <a:pt x="3468941" y="1139558"/>
                  </a:lnTo>
                  <a:lnTo>
                    <a:pt x="3468941" y="1137907"/>
                  </a:lnTo>
                  <a:close/>
                </a:path>
                <a:path w="3721100" h="1139825">
                  <a:moveTo>
                    <a:pt x="3720503" y="1137907"/>
                  </a:moveTo>
                  <a:lnTo>
                    <a:pt x="3521799" y="1137907"/>
                  </a:lnTo>
                  <a:lnTo>
                    <a:pt x="3521799" y="1139558"/>
                  </a:lnTo>
                  <a:lnTo>
                    <a:pt x="3720503" y="1139558"/>
                  </a:lnTo>
                  <a:lnTo>
                    <a:pt x="3720503" y="1137907"/>
                  </a:lnTo>
                  <a:close/>
                </a:path>
              </a:pathLst>
            </a:custGeom>
            <a:solidFill>
              <a:srgbClr val="6A23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406547" y="1215148"/>
              <a:ext cx="3217545" cy="1770380"/>
            </a:xfrm>
            <a:custGeom>
              <a:avLst/>
              <a:gdLst/>
              <a:ahLst/>
              <a:cxnLst/>
              <a:rect l="l" t="t" r="r" b="b"/>
              <a:pathLst>
                <a:path w="3217545" h="1770380">
                  <a:moveTo>
                    <a:pt x="198691" y="0"/>
                  </a:moveTo>
                  <a:lnTo>
                    <a:pt x="0" y="0"/>
                  </a:lnTo>
                  <a:lnTo>
                    <a:pt x="0" y="632968"/>
                  </a:lnTo>
                  <a:lnTo>
                    <a:pt x="198691" y="632968"/>
                  </a:lnTo>
                  <a:lnTo>
                    <a:pt x="198691" y="0"/>
                  </a:lnTo>
                  <a:close/>
                </a:path>
                <a:path w="3217545" h="1770380">
                  <a:moveTo>
                    <a:pt x="450253" y="579755"/>
                  </a:moveTo>
                  <a:lnTo>
                    <a:pt x="251548" y="579755"/>
                  </a:lnTo>
                  <a:lnTo>
                    <a:pt x="251548" y="984364"/>
                  </a:lnTo>
                  <a:lnTo>
                    <a:pt x="450253" y="984364"/>
                  </a:lnTo>
                  <a:lnTo>
                    <a:pt x="450253" y="579755"/>
                  </a:lnTo>
                  <a:close/>
                </a:path>
                <a:path w="3217545" h="1770380">
                  <a:moveTo>
                    <a:pt x="701802" y="1298638"/>
                  </a:moveTo>
                  <a:lnTo>
                    <a:pt x="503110" y="1298638"/>
                  </a:lnTo>
                  <a:lnTo>
                    <a:pt x="503110" y="1476552"/>
                  </a:lnTo>
                  <a:lnTo>
                    <a:pt x="701802" y="1476552"/>
                  </a:lnTo>
                  <a:lnTo>
                    <a:pt x="701802" y="1298638"/>
                  </a:lnTo>
                  <a:close/>
                </a:path>
                <a:path w="3217545" h="1770380">
                  <a:moveTo>
                    <a:pt x="953363" y="1330223"/>
                  </a:moveTo>
                  <a:lnTo>
                    <a:pt x="754672" y="1330223"/>
                  </a:lnTo>
                  <a:lnTo>
                    <a:pt x="754672" y="1331341"/>
                  </a:lnTo>
                  <a:lnTo>
                    <a:pt x="953363" y="1331341"/>
                  </a:lnTo>
                  <a:lnTo>
                    <a:pt x="953363" y="1330223"/>
                  </a:lnTo>
                  <a:close/>
                </a:path>
                <a:path w="3217545" h="1770380">
                  <a:moveTo>
                    <a:pt x="1456486" y="1587957"/>
                  </a:moveTo>
                  <a:lnTo>
                    <a:pt x="1257782" y="1587957"/>
                  </a:lnTo>
                  <a:lnTo>
                    <a:pt x="1257782" y="1695488"/>
                  </a:lnTo>
                  <a:lnTo>
                    <a:pt x="1456486" y="1695488"/>
                  </a:lnTo>
                  <a:lnTo>
                    <a:pt x="1456486" y="1587957"/>
                  </a:lnTo>
                  <a:close/>
                </a:path>
                <a:path w="3217545" h="1770380">
                  <a:moveTo>
                    <a:pt x="1708035" y="1602930"/>
                  </a:moveTo>
                  <a:lnTo>
                    <a:pt x="1509344" y="1602930"/>
                  </a:lnTo>
                  <a:lnTo>
                    <a:pt x="1509344" y="1699920"/>
                  </a:lnTo>
                  <a:lnTo>
                    <a:pt x="1708035" y="1699920"/>
                  </a:lnTo>
                  <a:lnTo>
                    <a:pt x="1708035" y="1602930"/>
                  </a:lnTo>
                  <a:close/>
                </a:path>
                <a:path w="3217545" h="1770380">
                  <a:moveTo>
                    <a:pt x="2211159" y="1650593"/>
                  </a:moveTo>
                  <a:lnTo>
                    <a:pt x="2012454" y="1650593"/>
                  </a:lnTo>
                  <a:lnTo>
                    <a:pt x="2012454" y="1702689"/>
                  </a:lnTo>
                  <a:lnTo>
                    <a:pt x="2211159" y="1702689"/>
                  </a:lnTo>
                  <a:lnTo>
                    <a:pt x="2211159" y="1650593"/>
                  </a:lnTo>
                  <a:close/>
                </a:path>
                <a:path w="3217545" h="1770380">
                  <a:moveTo>
                    <a:pt x="2462707" y="1729295"/>
                  </a:moveTo>
                  <a:lnTo>
                    <a:pt x="2264016" y="1729295"/>
                  </a:lnTo>
                  <a:lnTo>
                    <a:pt x="2264016" y="1731518"/>
                  </a:lnTo>
                  <a:lnTo>
                    <a:pt x="2462707" y="1731518"/>
                  </a:lnTo>
                  <a:lnTo>
                    <a:pt x="2462707" y="1729295"/>
                  </a:lnTo>
                  <a:close/>
                </a:path>
                <a:path w="3217545" h="1770380">
                  <a:moveTo>
                    <a:pt x="2965831" y="1768652"/>
                  </a:moveTo>
                  <a:lnTo>
                    <a:pt x="2767126" y="1768652"/>
                  </a:lnTo>
                  <a:lnTo>
                    <a:pt x="2767126" y="1769757"/>
                  </a:lnTo>
                  <a:lnTo>
                    <a:pt x="2965831" y="1769757"/>
                  </a:lnTo>
                  <a:lnTo>
                    <a:pt x="2965831" y="1768652"/>
                  </a:lnTo>
                  <a:close/>
                </a:path>
                <a:path w="3217545" h="1770380">
                  <a:moveTo>
                    <a:pt x="3217380" y="1769211"/>
                  </a:moveTo>
                  <a:lnTo>
                    <a:pt x="3018688" y="1769211"/>
                  </a:lnTo>
                  <a:lnTo>
                    <a:pt x="3018688" y="1769757"/>
                  </a:lnTo>
                  <a:lnTo>
                    <a:pt x="3217380" y="1769757"/>
                  </a:lnTo>
                  <a:lnTo>
                    <a:pt x="3217380" y="1769211"/>
                  </a:lnTo>
                  <a:close/>
                </a:path>
              </a:pathLst>
            </a:custGeom>
            <a:solidFill>
              <a:srgbClr val="D609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35284" y="3640962"/>
              <a:ext cx="95249" cy="95249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10637291" y="3594131"/>
            <a:ext cx="3721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Movie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56" name="object 5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59159" y="3640962"/>
            <a:ext cx="95249" cy="95249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11156998" y="3594131"/>
            <a:ext cx="5137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TV 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Show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544823" y="4373879"/>
            <a:ext cx="4712335" cy="3663950"/>
            <a:chOff x="3544823" y="4373879"/>
            <a:chExt cx="4712335" cy="3663950"/>
          </a:xfrm>
        </p:grpSpPr>
        <p:sp>
          <p:nvSpPr>
            <p:cNvPr id="59" name="object 59"/>
            <p:cNvSpPr/>
            <p:nvPr/>
          </p:nvSpPr>
          <p:spPr>
            <a:xfrm>
              <a:off x="3544823" y="4373879"/>
              <a:ext cx="4712335" cy="3663950"/>
            </a:xfrm>
            <a:custGeom>
              <a:avLst/>
              <a:gdLst/>
              <a:ahLst/>
              <a:cxnLst/>
              <a:rect l="l" t="t" r="r" b="b"/>
              <a:pathLst>
                <a:path w="4712334" h="3663950">
                  <a:moveTo>
                    <a:pt x="4712207" y="3663695"/>
                  </a:moveTo>
                  <a:lnTo>
                    <a:pt x="0" y="3663695"/>
                  </a:lnTo>
                  <a:lnTo>
                    <a:pt x="0" y="0"/>
                  </a:lnTo>
                  <a:lnTo>
                    <a:pt x="4712207" y="0"/>
                  </a:lnTo>
                  <a:lnTo>
                    <a:pt x="4712207" y="102869"/>
                  </a:lnTo>
                  <a:lnTo>
                    <a:pt x="303275" y="102869"/>
                  </a:lnTo>
                  <a:lnTo>
                    <a:pt x="283571" y="103821"/>
                  </a:lnTo>
                  <a:lnTo>
                    <a:pt x="245297" y="111434"/>
                  </a:lnTo>
                  <a:lnTo>
                    <a:pt x="208888" y="126515"/>
                  </a:lnTo>
                  <a:lnTo>
                    <a:pt x="176442" y="148195"/>
                  </a:lnTo>
                  <a:lnTo>
                    <a:pt x="148576" y="176061"/>
                  </a:lnTo>
                  <a:lnTo>
                    <a:pt x="126896" y="208507"/>
                  </a:lnTo>
                  <a:lnTo>
                    <a:pt x="111815" y="244916"/>
                  </a:lnTo>
                  <a:lnTo>
                    <a:pt x="104202" y="283190"/>
                  </a:lnTo>
                  <a:lnTo>
                    <a:pt x="103250" y="302894"/>
                  </a:lnTo>
                  <a:lnTo>
                    <a:pt x="103250" y="3227069"/>
                  </a:lnTo>
                  <a:lnTo>
                    <a:pt x="107057" y="3266100"/>
                  </a:lnTo>
                  <a:lnTo>
                    <a:pt x="118476" y="3303615"/>
                  </a:lnTo>
                  <a:lnTo>
                    <a:pt x="136929" y="3338218"/>
                  </a:lnTo>
                  <a:lnTo>
                    <a:pt x="161836" y="3368508"/>
                  </a:lnTo>
                  <a:lnTo>
                    <a:pt x="192126" y="3393415"/>
                  </a:lnTo>
                  <a:lnTo>
                    <a:pt x="226729" y="3411867"/>
                  </a:lnTo>
                  <a:lnTo>
                    <a:pt x="264245" y="3423287"/>
                  </a:lnTo>
                  <a:lnTo>
                    <a:pt x="303275" y="3427094"/>
                  </a:lnTo>
                  <a:lnTo>
                    <a:pt x="4712207" y="3427094"/>
                  </a:lnTo>
                  <a:lnTo>
                    <a:pt x="4712207" y="3663695"/>
                  </a:lnTo>
                  <a:close/>
                </a:path>
                <a:path w="4712334" h="3663950">
                  <a:moveTo>
                    <a:pt x="4712207" y="3427094"/>
                  </a:moveTo>
                  <a:lnTo>
                    <a:pt x="4275200" y="3427094"/>
                  </a:lnTo>
                  <a:lnTo>
                    <a:pt x="4294904" y="3426142"/>
                  </a:lnTo>
                  <a:lnTo>
                    <a:pt x="4314230" y="3423287"/>
                  </a:lnTo>
                  <a:lnTo>
                    <a:pt x="4351746" y="3411867"/>
                  </a:lnTo>
                  <a:lnTo>
                    <a:pt x="4386349" y="3393415"/>
                  </a:lnTo>
                  <a:lnTo>
                    <a:pt x="4416639" y="3368508"/>
                  </a:lnTo>
                  <a:lnTo>
                    <a:pt x="4441545" y="3338218"/>
                  </a:lnTo>
                  <a:lnTo>
                    <a:pt x="4459998" y="3303615"/>
                  </a:lnTo>
                  <a:lnTo>
                    <a:pt x="4471418" y="3266100"/>
                  </a:lnTo>
                  <a:lnTo>
                    <a:pt x="4475225" y="3227069"/>
                  </a:lnTo>
                  <a:lnTo>
                    <a:pt x="4475225" y="302894"/>
                  </a:lnTo>
                  <a:lnTo>
                    <a:pt x="4471418" y="263864"/>
                  </a:lnTo>
                  <a:lnTo>
                    <a:pt x="4459998" y="226348"/>
                  </a:lnTo>
                  <a:lnTo>
                    <a:pt x="4441545" y="191745"/>
                  </a:lnTo>
                  <a:lnTo>
                    <a:pt x="4416639" y="161455"/>
                  </a:lnTo>
                  <a:lnTo>
                    <a:pt x="4386349" y="136548"/>
                  </a:lnTo>
                  <a:lnTo>
                    <a:pt x="4351746" y="118095"/>
                  </a:lnTo>
                  <a:lnTo>
                    <a:pt x="4314230" y="106676"/>
                  </a:lnTo>
                  <a:lnTo>
                    <a:pt x="4275200" y="102869"/>
                  </a:lnTo>
                  <a:lnTo>
                    <a:pt x="4712207" y="102869"/>
                  </a:lnTo>
                  <a:lnTo>
                    <a:pt x="4712207" y="3427094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643312" y="4471987"/>
              <a:ext cx="4381500" cy="3333750"/>
            </a:xfrm>
            <a:custGeom>
              <a:avLst/>
              <a:gdLst/>
              <a:ahLst/>
              <a:cxnLst/>
              <a:rect l="l" t="t" r="r" b="b"/>
              <a:pathLst>
                <a:path w="4381500" h="3333750">
                  <a:moveTo>
                    <a:pt x="4183419" y="3333749"/>
                  </a:moveTo>
                  <a:lnTo>
                    <a:pt x="198080" y="3333749"/>
                  </a:lnTo>
                  <a:lnTo>
                    <a:pt x="191389" y="3333421"/>
                  </a:lnTo>
                  <a:lnTo>
                    <a:pt x="151759" y="3326878"/>
                  </a:lnTo>
                  <a:lnTo>
                    <a:pt x="114166" y="3312730"/>
                  </a:lnTo>
                  <a:lnTo>
                    <a:pt x="80056" y="3291520"/>
                  </a:lnTo>
                  <a:lnTo>
                    <a:pt x="50739" y="3264062"/>
                  </a:lnTo>
                  <a:lnTo>
                    <a:pt x="27342" y="3231413"/>
                  </a:lnTo>
                  <a:lnTo>
                    <a:pt x="10765" y="3194827"/>
                  </a:lnTo>
                  <a:lnTo>
                    <a:pt x="1643" y="3155709"/>
                  </a:lnTo>
                  <a:lnTo>
                    <a:pt x="0" y="3135669"/>
                  </a:lnTo>
                  <a:lnTo>
                    <a:pt x="0" y="3128962"/>
                  </a:lnTo>
                  <a:lnTo>
                    <a:pt x="0" y="198080"/>
                  </a:lnTo>
                  <a:lnTo>
                    <a:pt x="5243" y="158257"/>
                  </a:lnTo>
                  <a:lnTo>
                    <a:pt x="18155" y="120222"/>
                  </a:lnTo>
                  <a:lnTo>
                    <a:pt x="38239" y="85436"/>
                  </a:lnTo>
                  <a:lnTo>
                    <a:pt x="64723" y="55238"/>
                  </a:lnTo>
                  <a:lnTo>
                    <a:pt x="96590" y="30786"/>
                  </a:lnTo>
                  <a:lnTo>
                    <a:pt x="132615" y="13021"/>
                  </a:lnTo>
                  <a:lnTo>
                    <a:pt x="171413" y="2626"/>
                  </a:lnTo>
                  <a:lnTo>
                    <a:pt x="198080" y="0"/>
                  </a:lnTo>
                  <a:lnTo>
                    <a:pt x="4183419" y="0"/>
                  </a:lnTo>
                  <a:lnTo>
                    <a:pt x="4223242" y="5243"/>
                  </a:lnTo>
                  <a:lnTo>
                    <a:pt x="4261276" y="18155"/>
                  </a:lnTo>
                  <a:lnTo>
                    <a:pt x="4296062" y="38239"/>
                  </a:lnTo>
                  <a:lnTo>
                    <a:pt x="4326260" y="64723"/>
                  </a:lnTo>
                  <a:lnTo>
                    <a:pt x="4350712" y="96590"/>
                  </a:lnTo>
                  <a:lnTo>
                    <a:pt x="4368477" y="132615"/>
                  </a:lnTo>
                  <a:lnTo>
                    <a:pt x="4378873" y="171413"/>
                  </a:lnTo>
                  <a:lnTo>
                    <a:pt x="4381499" y="198080"/>
                  </a:lnTo>
                  <a:lnTo>
                    <a:pt x="4381499" y="3135669"/>
                  </a:lnTo>
                  <a:lnTo>
                    <a:pt x="4376256" y="3175492"/>
                  </a:lnTo>
                  <a:lnTo>
                    <a:pt x="4363344" y="3213527"/>
                  </a:lnTo>
                  <a:lnTo>
                    <a:pt x="4343260" y="3248312"/>
                  </a:lnTo>
                  <a:lnTo>
                    <a:pt x="4316775" y="3278511"/>
                  </a:lnTo>
                  <a:lnTo>
                    <a:pt x="4284909" y="3302962"/>
                  </a:lnTo>
                  <a:lnTo>
                    <a:pt x="4248884" y="3320728"/>
                  </a:lnTo>
                  <a:lnTo>
                    <a:pt x="4210085" y="3331123"/>
                  </a:lnTo>
                  <a:lnTo>
                    <a:pt x="4190109" y="3333421"/>
                  </a:lnTo>
                  <a:lnTo>
                    <a:pt x="4183419" y="33337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643312" y="4471987"/>
              <a:ext cx="4381500" cy="3333750"/>
            </a:xfrm>
            <a:custGeom>
              <a:avLst/>
              <a:gdLst/>
              <a:ahLst/>
              <a:cxnLst/>
              <a:rect l="l" t="t" r="r" b="b"/>
              <a:pathLst>
                <a:path w="4381500" h="3333750">
                  <a:moveTo>
                    <a:pt x="0" y="3128962"/>
                  </a:moveTo>
                  <a:lnTo>
                    <a:pt x="0" y="204787"/>
                  </a:lnTo>
                  <a:lnTo>
                    <a:pt x="0" y="198080"/>
                  </a:lnTo>
                  <a:lnTo>
                    <a:pt x="328" y="191389"/>
                  </a:lnTo>
                  <a:lnTo>
                    <a:pt x="6871" y="151759"/>
                  </a:lnTo>
                  <a:lnTo>
                    <a:pt x="8818" y="145340"/>
                  </a:lnTo>
                  <a:lnTo>
                    <a:pt x="10765" y="138922"/>
                  </a:lnTo>
                  <a:lnTo>
                    <a:pt x="27342" y="102336"/>
                  </a:lnTo>
                  <a:lnTo>
                    <a:pt x="34512" y="91013"/>
                  </a:lnTo>
                  <a:lnTo>
                    <a:pt x="38239" y="85436"/>
                  </a:lnTo>
                  <a:lnTo>
                    <a:pt x="42229" y="80056"/>
                  </a:lnTo>
                  <a:lnTo>
                    <a:pt x="46484" y="74871"/>
                  </a:lnTo>
                  <a:lnTo>
                    <a:pt x="50739" y="69687"/>
                  </a:lnTo>
                  <a:lnTo>
                    <a:pt x="74871" y="46484"/>
                  </a:lnTo>
                  <a:lnTo>
                    <a:pt x="80056" y="42229"/>
                  </a:lnTo>
                  <a:lnTo>
                    <a:pt x="85436" y="38239"/>
                  </a:lnTo>
                  <a:lnTo>
                    <a:pt x="91013" y="34512"/>
                  </a:lnTo>
                  <a:lnTo>
                    <a:pt x="96590" y="30786"/>
                  </a:lnTo>
                  <a:lnTo>
                    <a:pt x="102336" y="27342"/>
                  </a:lnTo>
                  <a:lnTo>
                    <a:pt x="108251" y="24181"/>
                  </a:lnTo>
                  <a:lnTo>
                    <a:pt x="114166" y="21019"/>
                  </a:lnTo>
                  <a:lnTo>
                    <a:pt x="151759" y="6871"/>
                  </a:lnTo>
                  <a:lnTo>
                    <a:pt x="191389" y="328"/>
                  </a:lnTo>
                  <a:lnTo>
                    <a:pt x="198080" y="0"/>
                  </a:lnTo>
                  <a:lnTo>
                    <a:pt x="204787" y="0"/>
                  </a:lnTo>
                  <a:lnTo>
                    <a:pt x="4176712" y="0"/>
                  </a:lnTo>
                  <a:lnTo>
                    <a:pt x="4183419" y="0"/>
                  </a:lnTo>
                  <a:lnTo>
                    <a:pt x="4190109" y="328"/>
                  </a:lnTo>
                  <a:lnTo>
                    <a:pt x="4196784" y="986"/>
                  </a:lnTo>
                  <a:lnTo>
                    <a:pt x="4203459" y="1643"/>
                  </a:lnTo>
                  <a:lnTo>
                    <a:pt x="4210085" y="2626"/>
                  </a:lnTo>
                  <a:lnTo>
                    <a:pt x="4216664" y="3934"/>
                  </a:lnTo>
                  <a:lnTo>
                    <a:pt x="4223242" y="5243"/>
                  </a:lnTo>
                  <a:lnTo>
                    <a:pt x="4261276" y="18155"/>
                  </a:lnTo>
                  <a:lnTo>
                    <a:pt x="4290485" y="34512"/>
                  </a:lnTo>
                  <a:lnTo>
                    <a:pt x="4296062" y="38239"/>
                  </a:lnTo>
                  <a:lnTo>
                    <a:pt x="4301443" y="42229"/>
                  </a:lnTo>
                  <a:lnTo>
                    <a:pt x="4306627" y="46484"/>
                  </a:lnTo>
                  <a:lnTo>
                    <a:pt x="4311812" y="50739"/>
                  </a:lnTo>
                  <a:lnTo>
                    <a:pt x="4335014" y="74871"/>
                  </a:lnTo>
                  <a:lnTo>
                    <a:pt x="4339269" y="80056"/>
                  </a:lnTo>
                  <a:lnTo>
                    <a:pt x="4357318" y="108251"/>
                  </a:lnTo>
                  <a:lnTo>
                    <a:pt x="4360479" y="114166"/>
                  </a:lnTo>
                  <a:lnTo>
                    <a:pt x="4363344" y="120222"/>
                  </a:lnTo>
                  <a:lnTo>
                    <a:pt x="4365910" y="126418"/>
                  </a:lnTo>
                  <a:lnTo>
                    <a:pt x="4368477" y="132615"/>
                  </a:lnTo>
                  <a:lnTo>
                    <a:pt x="4370734" y="138922"/>
                  </a:lnTo>
                  <a:lnTo>
                    <a:pt x="4372681" y="145340"/>
                  </a:lnTo>
                  <a:lnTo>
                    <a:pt x="4374628" y="151759"/>
                  </a:lnTo>
                  <a:lnTo>
                    <a:pt x="4376255" y="158257"/>
                  </a:lnTo>
                  <a:lnTo>
                    <a:pt x="4377564" y="164835"/>
                  </a:lnTo>
                  <a:lnTo>
                    <a:pt x="4378873" y="171413"/>
                  </a:lnTo>
                  <a:lnTo>
                    <a:pt x="4379856" y="178040"/>
                  </a:lnTo>
                  <a:lnTo>
                    <a:pt x="4380513" y="184714"/>
                  </a:lnTo>
                  <a:lnTo>
                    <a:pt x="4381171" y="191389"/>
                  </a:lnTo>
                  <a:lnTo>
                    <a:pt x="4381499" y="198080"/>
                  </a:lnTo>
                  <a:lnTo>
                    <a:pt x="4381499" y="204787"/>
                  </a:lnTo>
                  <a:lnTo>
                    <a:pt x="4381499" y="3128962"/>
                  </a:lnTo>
                  <a:lnTo>
                    <a:pt x="4377564" y="3168914"/>
                  </a:lnTo>
                  <a:lnTo>
                    <a:pt x="4376256" y="3175492"/>
                  </a:lnTo>
                  <a:lnTo>
                    <a:pt x="4374628" y="3181990"/>
                  </a:lnTo>
                  <a:lnTo>
                    <a:pt x="4372681" y="3188408"/>
                  </a:lnTo>
                  <a:lnTo>
                    <a:pt x="4370734" y="3194827"/>
                  </a:lnTo>
                  <a:lnTo>
                    <a:pt x="4368477" y="3201134"/>
                  </a:lnTo>
                  <a:lnTo>
                    <a:pt x="4365910" y="3207330"/>
                  </a:lnTo>
                  <a:lnTo>
                    <a:pt x="4363344" y="3213527"/>
                  </a:lnTo>
                  <a:lnTo>
                    <a:pt x="4343260" y="3248312"/>
                  </a:lnTo>
                  <a:lnTo>
                    <a:pt x="4321518" y="3273768"/>
                  </a:lnTo>
                  <a:lnTo>
                    <a:pt x="4316775" y="3278511"/>
                  </a:lnTo>
                  <a:lnTo>
                    <a:pt x="4311812" y="3283010"/>
                  </a:lnTo>
                  <a:lnTo>
                    <a:pt x="4306627" y="3287265"/>
                  </a:lnTo>
                  <a:lnTo>
                    <a:pt x="4301443" y="3291520"/>
                  </a:lnTo>
                  <a:lnTo>
                    <a:pt x="4296062" y="3295510"/>
                  </a:lnTo>
                  <a:lnTo>
                    <a:pt x="4290485" y="3299236"/>
                  </a:lnTo>
                  <a:lnTo>
                    <a:pt x="4284909" y="3302962"/>
                  </a:lnTo>
                  <a:lnTo>
                    <a:pt x="4255080" y="3318161"/>
                  </a:lnTo>
                  <a:lnTo>
                    <a:pt x="4248884" y="3320728"/>
                  </a:lnTo>
                  <a:lnTo>
                    <a:pt x="4216664" y="3329814"/>
                  </a:lnTo>
                  <a:lnTo>
                    <a:pt x="4210085" y="3331123"/>
                  </a:lnTo>
                  <a:lnTo>
                    <a:pt x="4203459" y="3332106"/>
                  </a:lnTo>
                  <a:lnTo>
                    <a:pt x="4196784" y="3332763"/>
                  </a:lnTo>
                  <a:lnTo>
                    <a:pt x="4190109" y="3333421"/>
                  </a:lnTo>
                  <a:lnTo>
                    <a:pt x="4183419" y="3333749"/>
                  </a:lnTo>
                  <a:lnTo>
                    <a:pt x="4176712" y="3333749"/>
                  </a:lnTo>
                  <a:lnTo>
                    <a:pt x="204787" y="3333749"/>
                  </a:lnTo>
                  <a:lnTo>
                    <a:pt x="198080" y="3333749"/>
                  </a:lnTo>
                  <a:lnTo>
                    <a:pt x="191389" y="3333421"/>
                  </a:lnTo>
                  <a:lnTo>
                    <a:pt x="184714" y="3332763"/>
                  </a:lnTo>
                  <a:lnTo>
                    <a:pt x="178040" y="3332106"/>
                  </a:lnTo>
                  <a:lnTo>
                    <a:pt x="171413" y="3331123"/>
                  </a:lnTo>
                  <a:lnTo>
                    <a:pt x="164835" y="3329814"/>
                  </a:lnTo>
                  <a:lnTo>
                    <a:pt x="158257" y="3328506"/>
                  </a:lnTo>
                  <a:lnTo>
                    <a:pt x="151759" y="3326878"/>
                  </a:lnTo>
                  <a:lnTo>
                    <a:pt x="145340" y="3324931"/>
                  </a:lnTo>
                  <a:lnTo>
                    <a:pt x="138922" y="3322984"/>
                  </a:lnTo>
                  <a:lnTo>
                    <a:pt x="132615" y="3320728"/>
                  </a:lnTo>
                  <a:lnTo>
                    <a:pt x="126418" y="3318161"/>
                  </a:lnTo>
                  <a:lnTo>
                    <a:pt x="120222" y="3315594"/>
                  </a:lnTo>
                  <a:lnTo>
                    <a:pt x="91013" y="3299236"/>
                  </a:lnTo>
                  <a:lnTo>
                    <a:pt x="85436" y="3295510"/>
                  </a:lnTo>
                  <a:lnTo>
                    <a:pt x="80056" y="3291520"/>
                  </a:lnTo>
                  <a:lnTo>
                    <a:pt x="74871" y="3287265"/>
                  </a:lnTo>
                  <a:lnTo>
                    <a:pt x="69687" y="3283010"/>
                  </a:lnTo>
                  <a:lnTo>
                    <a:pt x="64723" y="3278511"/>
                  </a:lnTo>
                  <a:lnTo>
                    <a:pt x="59980" y="3273768"/>
                  </a:lnTo>
                  <a:lnTo>
                    <a:pt x="55238" y="3269026"/>
                  </a:lnTo>
                  <a:lnTo>
                    <a:pt x="34512" y="3242735"/>
                  </a:lnTo>
                  <a:lnTo>
                    <a:pt x="30786" y="3237159"/>
                  </a:lnTo>
                  <a:lnTo>
                    <a:pt x="27342" y="3231413"/>
                  </a:lnTo>
                  <a:lnTo>
                    <a:pt x="24181" y="3225498"/>
                  </a:lnTo>
                  <a:lnTo>
                    <a:pt x="21019" y="3219583"/>
                  </a:lnTo>
                  <a:lnTo>
                    <a:pt x="18155" y="3213527"/>
                  </a:lnTo>
                  <a:lnTo>
                    <a:pt x="15588" y="3207330"/>
                  </a:lnTo>
                  <a:lnTo>
                    <a:pt x="13021" y="3201134"/>
                  </a:lnTo>
                  <a:lnTo>
                    <a:pt x="10765" y="3194827"/>
                  </a:lnTo>
                  <a:lnTo>
                    <a:pt x="8818" y="3188408"/>
                  </a:lnTo>
                  <a:lnTo>
                    <a:pt x="6871" y="3181990"/>
                  </a:lnTo>
                  <a:lnTo>
                    <a:pt x="5243" y="3175492"/>
                  </a:lnTo>
                  <a:lnTo>
                    <a:pt x="3934" y="3168914"/>
                  </a:lnTo>
                  <a:lnTo>
                    <a:pt x="2626" y="3162336"/>
                  </a:lnTo>
                  <a:lnTo>
                    <a:pt x="1643" y="3155709"/>
                  </a:lnTo>
                  <a:lnTo>
                    <a:pt x="986" y="3149035"/>
                  </a:lnTo>
                  <a:lnTo>
                    <a:pt x="328" y="3142360"/>
                  </a:lnTo>
                  <a:lnTo>
                    <a:pt x="0" y="3135669"/>
                  </a:lnTo>
                  <a:lnTo>
                    <a:pt x="0" y="3128962"/>
                  </a:lnTo>
                  <a:close/>
                </a:path>
              </a:pathLst>
            </a:custGeom>
            <a:ln w="952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5177531" y="4492624"/>
            <a:ext cx="1332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75" dirty="0">
                <a:solidFill>
                  <a:srgbClr val="E6E6E6"/>
                </a:solidFill>
                <a:latin typeface="Trebuchet MS"/>
                <a:cs typeface="Trebuchet MS"/>
              </a:rPr>
              <a:t>Top</a:t>
            </a:r>
            <a:r>
              <a:rPr sz="1800" spc="-114" dirty="0">
                <a:solidFill>
                  <a:srgbClr val="E6E6E6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E6E6E6"/>
                </a:solidFill>
                <a:latin typeface="Trebuchet MS"/>
                <a:cs typeface="Trebuchet MS"/>
              </a:rPr>
              <a:t>10</a:t>
            </a:r>
            <a:r>
              <a:rPr sz="1800" spc="-114" dirty="0">
                <a:solidFill>
                  <a:srgbClr val="E6E6E6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E6E6E6"/>
                </a:solidFill>
                <a:latin typeface="Trebuchet MS"/>
                <a:cs typeface="Trebuchet MS"/>
              </a:rPr>
              <a:t>Genres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868291" y="5016089"/>
            <a:ext cx="955040" cy="2532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E6E6E6"/>
                </a:solidFill>
                <a:latin typeface="Segoe UI"/>
                <a:cs typeface="Segoe UI"/>
              </a:rPr>
              <a:t>International </a:t>
            </a:r>
            <a:r>
              <a:rPr sz="900" spc="-25" dirty="0">
                <a:solidFill>
                  <a:srgbClr val="E6E6E6"/>
                </a:solidFill>
                <a:latin typeface="Segoe UI"/>
                <a:cs typeface="Segoe UI"/>
              </a:rPr>
              <a:t>Mo…</a:t>
            </a:r>
            <a:endParaRPr sz="900">
              <a:latin typeface="Segoe UI"/>
              <a:cs typeface="Segoe UI"/>
            </a:endParaRPr>
          </a:p>
          <a:p>
            <a:pPr marL="441959" marR="5080" indent="115570" algn="r">
              <a:lnSpc>
                <a:spcPct val="192000"/>
              </a:lnSpc>
            </a:pPr>
            <a:r>
              <a:rPr sz="900" spc="-10" dirty="0">
                <a:solidFill>
                  <a:srgbClr val="E6E6E6"/>
                </a:solidFill>
                <a:latin typeface="Segoe UI"/>
                <a:cs typeface="Segoe UI"/>
              </a:rPr>
              <a:t>Dramas Comedies</a:t>
            </a:r>
            <a:endParaRPr sz="900">
              <a:latin typeface="Segoe UI"/>
              <a:cs typeface="Segoe UI"/>
            </a:endParaRPr>
          </a:p>
          <a:p>
            <a:pPr marL="181610" marR="5080" indent="-160020" algn="r">
              <a:lnSpc>
                <a:spcPct val="192000"/>
              </a:lnSpc>
            </a:pPr>
            <a:r>
              <a:rPr sz="900" dirty="0">
                <a:solidFill>
                  <a:srgbClr val="E6E6E6"/>
                </a:solidFill>
                <a:latin typeface="Segoe UI"/>
                <a:cs typeface="Segoe UI"/>
              </a:rPr>
              <a:t>International TV </a:t>
            </a:r>
            <a:r>
              <a:rPr sz="900" spc="-50" dirty="0">
                <a:solidFill>
                  <a:srgbClr val="E6E6E6"/>
                </a:solidFill>
                <a:latin typeface="Segoe UI"/>
                <a:cs typeface="Segoe UI"/>
              </a:rPr>
              <a:t>…</a:t>
            </a:r>
            <a:r>
              <a:rPr sz="900" spc="-10" dirty="0">
                <a:solidFill>
                  <a:srgbClr val="E6E6E6"/>
                </a:solidFill>
                <a:latin typeface="Segoe UI"/>
                <a:cs typeface="Segoe UI"/>
              </a:rPr>
              <a:t> Documentaries</a:t>
            </a:r>
            <a:endParaRPr sz="900">
              <a:latin typeface="Segoe UI"/>
              <a:cs typeface="Segoe UI"/>
            </a:endParaRPr>
          </a:p>
          <a:p>
            <a:pPr marR="5080" algn="r">
              <a:lnSpc>
                <a:spcPct val="100000"/>
              </a:lnSpc>
              <a:spcBef>
                <a:spcPts val="990"/>
              </a:spcBef>
            </a:pPr>
            <a:r>
              <a:rPr sz="900" dirty="0">
                <a:solidFill>
                  <a:srgbClr val="E6E6E6"/>
                </a:solidFill>
                <a:latin typeface="Segoe UI"/>
                <a:cs typeface="Segoe UI"/>
              </a:rPr>
              <a:t>Action</a:t>
            </a:r>
            <a:r>
              <a:rPr sz="900" spc="-5" dirty="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E6E6E6"/>
                </a:solidFill>
                <a:latin typeface="Segoe UI"/>
                <a:cs typeface="Segoe UI"/>
              </a:rPr>
              <a:t>&amp;</a:t>
            </a:r>
            <a:r>
              <a:rPr sz="900" spc="-5" dirty="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E6E6E6"/>
                </a:solidFill>
                <a:latin typeface="Segoe UI"/>
                <a:cs typeface="Segoe UI"/>
              </a:rPr>
              <a:t>Advent…</a:t>
            </a:r>
            <a:endParaRPr sz="900">
              <a:latin typeface="Segoe UI"/>
              <a:cs typeface="Segoe UI"/>
            </a:endParaRPr>
          </a:p>
          <a:p>
            <a:pPr marL="12700" marR="5080" indent="381000" algn="just">
              <a:lnSpc>
                <a:spcPct val="192000"/>
              </a:lnSpc>
            </a:pPr>
            <a:r>
              <a:rPr sz="900" dirty="0">
                <a:solidFill>
                  <a:srgbClr val="E6E6E6"/>
                </a:solidFill>
                <a:latin typeface="Segoe UI"/>
                <a:cs typeface="Segoe UI"/>
              </a:rPr>
              <a:t>TV </a:t>
            </a:r>
            <a:r>
              <a:rPr sz="900" spc="-10" dirty="0">
                <a:solidFill>
                  <a:srgbClr val="E6E6E6"/>
                </a:solidFill>
                <a:latin typeface="Segoe UI"/>
                <a:cs typeface="Segoe UI"/>
              </a:rPr>
              <a:t>Dramas </a:t>
            </a:r>
            <a:r>
              <a:rPr sz="900" dirty="0">
                <a:solidFill>
                  <a:srgbClr val="E6E6E6"/>
                </a:solidFill>
                <a:latin typeface="Segoe UI"/>
                <a:cs typeface="Segoe UI"/>
              </a:rPr>
              <a:t>Independent</a:t>
            </a:r>
            <a:r>
              <a:rPr sz="900" spc="-55" dirty="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E6E6E6"/>
                </a:solidFill>
                <a:latin typeface="Segoe UI"/>
                <a:cs typeface="Segoe UI"/>
              </a:rPr>
              <a:t>Mo… </a:t>
            </a:r>
            <a:r>
              <a:rPr sz="900" dirty="0">
                <a:solidFill>
                  <a:srgbClr val="E6E6E6"/>
                </a:solidFill>
                <a:latin typeface="Segoe UI"/>
                <a:cs typeface="Segoe UI"/>
              </a:rPr>
              <a:t>Children</a:t>
            </a:r>
            <a:r>
              <a:rPr sz="900" spc="-5" dirty="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E6E6E6"/>
                </a:solidFill>
                <a:latin typeface="Segoe UI"/>
                <a:cs typeface="Segoe UI"/>
              </a:rPr>
              <a:t>&amp;</a:t>
            </a:r>
            <a:r>
              <a:rPr sz="900" spc="-5" dirty="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E6E6E6"/>
                </a:solidFill>
                <a:latin typeface="Segoe UI"/>
                <a:cs typeface="Segoe UI"/>
              </a:rPr>
              <a:t>Famil… </a:t>
            </a:r>
            <a:r>
              <a:rPr sz="900" dirty="0">
                <a:solidFill>
                  <a:srgbClr val="E6E6E6"/>
                </a:solidFill>
                <a:latin typeface="Segoe UI"/>
                <a:cs typeface="Segoe UI"/>
              </a:rPr>
              <a:t>Romantic</a:t>
            </a:r>
            <a:r>
              <a:rPr sz="900" spc="-30" dirty="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E6E6E6"/>
                </a:solidFill>
                <a:latin typeface="Segoe UI"/>
                <a:cs typeface="Segoe UI"/>
              </a:rPr>
              <a:t>Movies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4895837" y="5001170"/>
            <a:ext cx="2669540" cy="2576830"/>
          </a:xfrm>
          <a:custGeom>
            <a:avLst/>
            <a:gdLst/>
            <a:ahLst/>
            <a:cxnLst/>
            <a:rect l="l" t="t" r="r" b="b"/>
            <a:pathLst>
              <a:path w="2669540" h="2576829">
                <a:moveTo>
                  <a:pt x="597916" y="2369566"/>
                </a:moveTo>
                <a:lnTo>
                  <a:pt x="0" y="2369566"/>
                </a:lnTo>
                <a:lnTo>
                  <a:pt x="0" y="2576296"/>
                </a:lnTo>
                <a:lnTo>
                  <a:pt x="597916" y="2576296"/>
                </a:lnTo>
                <a:lnTo>
                  <a:pt x="597916" y="2369566"/>
                </a:lnTo>
                <a:close/>
              </a:path>
              <a:path w="2669540" h="2576829">
                <a:moveTo>
                  <a:pt x="620242" y="2106282"/>
                </a:moveTo>
                <a:lnTo>
                  <a:pt x="0" y="2106282"/>
                </a:lnTo>
                <a:lnTo>
                  <a:pt x="0" y="2313013"/>
                </a:lnTo>
                <a:lnTo>
                  <a:pt x="620242" y="2313013"/>
                </a:lnTo>
                <a:lnTo>
                  <a:pt x="620242" y="2106282"/>
                </a:lnTo>
                <a:close/>
              </a:path>
              <a:path w="2669540" h="2576829">
                <a:moveTo>
                  <a:pt x="732828" y="1842998"/>
                </a:moveTo>
                <a:lnTo>
                  <a:pt x="0" y="1842998"/>
                </a:lnTo>
                <a:lnTo>
                  <a:pt x="0" y="2049729"/>
                </a:lnTo>
                <a:lnTo>
                  <a:pt x="732828" y="2049729"/>
                </a:lnTo>
                <a:lnTo>
                  <a:pt x="732828" y="1842998"/>
                </a:lnTo>
                <a:close/>
              </a:path>
              <a:path w="2669540" h="2576829">
                <a:moveTo>
                  <a:pt x="739622" y="1579714"/>
                </a:moveTo>
                <a:lnTo>
                  <a:pt x="0" y="1579714"/>
                </a:lnTo>
                <a:lnTo>
                  <a:pt x="0" y="1786432"/>
                </a:lnTo>
                <a:lnTo>
                  <a:pt x="739622" y="1786432"/>
                </a:lnTo>
                <a:lnTo>
                  <a:pt x="739622" y="1579714"/>
                </a:lnTo>
                <a:close/>
              </a:path>
              <a:path w="2669540" h="2576829">
                <a:moveTo>
                  <a:pt x="833780" y="1316431"/>
                </a:moveTo>
                <a:lnTo>
                  <a:pt x="0" y="1316431"/>
                </a:lnTo>
                <a:lnTo>
                  <a:pt x="0" y="1523149"/>
                </a:lnTo>
                <a:lnTo>
                  <a:pt x="833780" y="1523149"/>
                </a:lnTo>
                <a:lnTo>
                  <a:pt x="833780" y="1316431"/>
                </a:lnTo>
                <a:close/>
              </a:path>
              <a:path w="2669540" h="2576829">
                <a:moveTo>
                  <a:pt x="842518" y="1053134"/>
                </a:moveTo>
                <a:lnTo>
                  <a:pt x="0" y="1053134"/>
                </a:lnTo>
                <a:lnTo>
                  <a:pt x="0" y="1259865"/>
                </a:lnTo>
                <a:lnTo>
                  <a:pt x="842518" y="1259865"/>
                </a:lnTo>
                <a:lnTo>
                  <a:pt x="842518" y="1053134"/>
                </a:lnTo>
                <a:close/>
              </a:path>
              <a:path w="2669540" h="2576829">
                <a:moveTo>
                  <a:pt x="1310360" y="789851"/>
                </a:moveTo>
                <a:lnTo>
                  <a:pt x="0" y="789851"/>
                </a:lnTo>
                <a:lnTo>
                  <a:pt x="0" y="996581"/>
                </a:lnTo>
                <a:lnTo>
                  <a:pt x="1310360" y="996581"/>
                </a:lnTo>
                <a:lnTo>
                  <a:pt x="1310360" y="789851"/>
                </a:lnTo>
                <a:close/>
              </a:path>
              <a:path w="2669540" h="2576829">
                <a:moveTo>
                  <a:pt x="1622907" y="526567"/>
                </a:moveTo>
                <a:lnTo>
                  <a:pt x="0" y="526567"/>
                </a:lnTo>
                <a:lnTo>
                  <a:pt x="0" y="733298"/>
                </a:lnTo>
                <a:lnTo>
                  <a:pt x="1622907" y="733298"/>
                </a:lnTo>
                <a:lnTo>
                  <a:pt x="1622907" y="526567"/>
                </a:lnTo>
                <a:close/>
              </a:path>
              <a:path w="2669540" h="2576829">
                <a:moveTo>
                  <a:pt x="2341168" y="263283"/>
                </a:moveTo>
                <a:lnTo>
                  <a:pt x="0" y="263283"/>
                </a:lnTo>
                <a:lnTo>
                  <a:pt x="0" y="470014"/>
                </a:lnTo>
                <a:lnTo>
                  <a:pt x="2341168" y="470014"/>
                </a:lnTo>
                <a:lnTo>
                  <a:pt x="2341168" y="263283"/>
                </a:lnTo>
                <a:close/>
              </a:path>
              <a:path w="2669540" h="2576829">
                <a:moveTo>
                  <a:pt x="2669248" y="0"/>
                </a:moveTo>
                <a:lnTo>
                  <a:pt x="0" y="0"/>
                </a:lnTo>
                <a:lnTo>
                  <a:pt x="0" y="206730"/>
                </a:lnTo>
                <a:lnTo>
                  <a:pt x="2669248" y="206730"/>
                </a:lnTo>
                <a:lnTo>
                  <a:pt x="2669248" y="0"/>
                </a:lnTo>
                <a:close/>
              </a:path>
            </a:pathLst>
          </a:custGeom>
          <a:solidFill>
            <a:srgbClr val="D609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7261875" y="5017562"/>
            <a:ext cx="2400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Segoe UI"/>
                <a:cs typeface="Segoe UI"/>
              </a:rPr>
              <a:t>2.8K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933801" y="5280848"/>
            <a:ext cx="2400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Segoe UI"/>
                <a:cs typeface="Segoe UI"/>
              </a:rPr>
              <a:t>2.4K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215534" y="5544133"/>
            <a:ext cx="2400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Segoe UI"/>
                <a:cs typeface="Segoe UI"/>
              </a:rPr>
              <a:t>1.7K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902990" y="5807418"/>
            <a:ext cx="2400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Segoe UI"/>
                <a:cs typeface="Segoe UI"/>
              </a:rPr>
              <a:t>1.4K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435145" y="6070704"/>
            <a:ext cx="2400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Segoe UI"/>
                <a:cs typeface="Segoe UI"/>
              </a:rPr>
              <a:t>0.9K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426410" y="6333988"/>
            <a:ext cx="2400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Segoe UI"/>
                <a:cs typeface="Segoe UI"/>
              </a:rPr>
              <a:t>0.9K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332258" y="6597274"/>
            <a:ext cx="2400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Segoe UI"/>
                <a:cs typeface="Segoe UI"/>
              </a:rPr>
              <a:t>0.8K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325464" y="6860560"/>
            <a:ext cx="2400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Segoe UI"/>
                <a:cs typeface="Segoe UI"/>
              </a:rPr>
              <a:t>0.8K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212870" y="7123845"/>
            <a:ext cx="2400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Segoe UI"/>
                <a:cs typeface="Segoe UI"/>
              </a:rPr>
              <a:t>0.6K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190546" y="7387130"/>
            <a:ext cx="24002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FFFFFF"/>
                </a:solidFill>
                <a:latin typeface="Segoe UI"/>
                <a:cs typeface="Segoe UI"/>
              </a:rPr>
              <a:t>0.6K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8784335" y="4373879"/>
            <a:ext cx="4798060" cy="3655060"/>
            <a:chOff x="8784335" y="4373879"/>
            <a:chExt cx="4798060" cy="3655060"/>
          </a:xfrm>
        </p:grpSpPr>
        <p:sp>
          <p:nvSpPr>
            <p:cNvPr id="76" name="object 76"/>
            <p:cNvSpPr/>
            <p:nvPr/>
          </p:nvSpPr>
          <p:spPr>
            <a:xfrm>
              <a:off x="8784335" y="4373879"/>
              <a:ext cx="4798060" cy="3655060"/>
            </a:xfrm>
            <a:custGeom>
              <a:avLst/>
              <a:gdLst/>
              <a:ahLst/>
              <a:cxnLst/>
              <a:rect l="l" t="t" r="r" b="b"/>
              <a:pathLst>
                <a:path w="4798059" h="3655059">
                  <a:moveTo>
                    <a:pt x="4797551" y="3654551"/>
                  </a:moveTo>
                  <a:lnTo>
                    <a:pt x="0" y="3654551"/>
                  </a:lnTo>
                  <a:lnTo>
                    <a:pt x="0" y="0"/>
                  </a:lnTo>
                  <a:lnTo>
                    <a:pt x="4797551" y="0"/>
                  </a:lnTo>
                  <a:lnTo>
                    <a:pt x="4797551" y="102869"/>
                  </a:lnTo>
                  <a:lnTo>
                    <a:pt x="302513" y="102869"/>
                  </a:lnTo>
                  <a:lnTo>
                    <a:pt x="282809" y="103821"/>
                  </a:lnTo>
                  <a:lnTo>
                    <a:pt x="244535" y="111434"/>
                  </a:lnTo>
                  <a:lnTo>
                    <a:pt x="208126" y="126515"/>
                  </a:lnTo>
                  <a:lnTo>
                    <a:pt x="175680" y="148195"/>
                  </a:lnTo>
                  <a:lnTo>
                    <a:pt x="147813" y="176061"/>
                  </a:lnTo>
                  <a:lnTo>
                    <a:pt x="126133" y="208507"/>
                  </a:lnTo>
                  <a:lnTo>
                    <a:pt x="111052" y="244916"/>
                  </a:lnTo>
                  <a:lnTo>
                    <a:pt x="103440" y="283190"/>
                  </a:lnTo>
                  <a:lnTo>
                    <a:pt x="102488" y="302894"/>
                  </a:lnTo>
                  <a:lnTo>
                    <a:pt x="102488" y="3217544"/>
                  </a:lnTo>
                  <a:lnTo>
                    <a:pt x="106294" y="3256574"/>
                  </a:lnTo>
                  <a:lnTo>
                    <a:pt x="117713" y="3294089"/>
                  </a:lnTo>
                  <a:lnTo>
                    <a:pt x="136166" y="3328692"/>
                  </a:lnTo>
                  <a:lnTo>
                    <a:pt x="161074" y="3358983"/>
                  </a:lnTo>
                  <a:lnTo>
                    <a:pt x="191363" y="3383889"/>
                  </a:lnTo>
                  <a:lnTo>
                    <a:pt x="225966" y="3402342"/>
                  </a:lnTo>
                  <a:lnTo>
                    <a:pt x="263482" y="3413762"/>
                  </a:lnTo>
                  <a:lnTo>
                    <a:pt x="302513" y="3417569"/>
                  </a:lnTo>
                  <a:lnTo>
                    <a:pt x="4797551" y="3417569"/>
                  </a:lnTo>
                  <a:lnTo>
                    <a:pt x="4797551" y="3654551"/>
                  </a:lnTo>
                  <a:close/>
                </a:path>
                <a:path w="4798059" h="3655059">
                  <a:moveTo>
                    <a:pt x="4797551" y="3417569"/>
                  </a:moveTo>
                  <a:lnTo>
                    <a:pt x="4360163" y="3417569"/>
                  </a:lnTo>
                  <a:lnTo>
                    <a:pt x="4379867" y="3416617"/>
                  </a:lnTo>
                  <a:lnTo>
                    <a:pt x="4399193" y="3413762"/>
                  </a:lnTo>
                  <a:lnTo>
                    <a:pt x="4436707" y="3402342"/>
                  </a:lnTo>
                  <a:lnTo>
                    <a:pt x="4471310" y="3383889"/>
                  </a:lnTo>
                  <a:lnTo>
                    <a:pt x="4501601" y="3358983"/>
                  </a:lnTo>
                  <a:lnTo>
                    <a:pt x="4526508" y="3328692"/>
                  </a:lnTo>
                  <a:lnTo>
                    <a:pt x="4544960" y="3294089"/>
                  </a:lnTo>
                  <a:lnTo>
                    <a:pt x="4556380" y="3256574"/>
                  </a:lnTo>
                  <a:lnTo>
                    <a:pt x="4560188" y="3217544"/>
                  </a:lnTo>
                  <a:lnTo>
                    <a:pt x="4560188" y="302894"/>
                  </a:lnTo>
                  <a:lnTo>
                    <a:pt x="4556380" y="263864"/>
                  </a:lnTo>
                  <a:lnTo>
                    <a:pt x="4544960" y="226348"/>
                  </a:lnTo>
                  <a:lnTo>
                    <a:pt x="4526508" y="191745"/>
                  </a:lnTo>
                  <a:lnTo>
                    <a:pt x="4501601" y="161455"/>
                  </a:lnTo>
                  <a:lnTo>
                    <a:pt x="4471310" y="136548"/>
                  </a:lnTo>
                  <a:lnTo>
                    <a:pt x="4436709" y="118095"/>
                  </a:lnTo>
                  <a:lnTo>
                    <a:pt x="4399193" y="106676"/>
                  </a:lnTo>
                  <a:lnTo>
                    <a:pt x="4360163" y="102869"/>
                  </a:lnTo>
                  <a:lnTo>
                    <a:pt x="4797551" y="102869"/>
                  </a:lnTo>
                  <a:lnTo>
                    <a:pt x="4797551" y="3417569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882062" y="4471987"/>
              <a:ext cx="4467225" cy="3324225"/>
            </a:xfrm>
            <a:custGeom>
              <a:avLst/>
              <a:gdLst/>
              <a:ahLst/>
              <a:cxnLst/>
              <a:rect l="l" t="t" r="r" b="b"/>
              <a:pathLst>
                <a:path w="4467225" h="3324225">
                  <a:moveTo>
                    <a:pt x="4269144" y="3324224"/>
                  </a:moveTo>
                  <a:lnTo>
                    <a:pt x="198080" y="3324224"/>
                  </a:lnTo>
                  <a:lnTo>
                    <a:pt x="191389" y="3323895"/>
                  </a:lnTo>
                  <a:lnTo>
                    <a:pt x="151759" y="3317353"/>
                  </a:lnTo>
                  <a:lnTo>
                    <a:pt x="114166" y="3303205"/>
                  </a:lnTo>
                  <a:lnTo>
                    <a:pt x="80056" y="3281994"/>
                  </a:lnTo>
                  <a:lnTo>
                    <a:pt x="50739" y="3254537"/>
                  </a:lnTo>
                  <a:lnTo>
                    <a:pt x="27342" y="3221887"/>
                  </a:lnTo>
                  <a:lnTo>
                    <a:pt x="10765" y="3185301"/>
                  </a:lnTo>
                  <a:lnTo>
                    <a:pt x="1643" y="3146184"/>
                  </a:lnTo>
                  <a:lnTo>
                    <a:pt x="0" y="3126144"/>
                  </a:lnTo>
                  <a:lnTo>
                    <a:pt x="0" y="3119437"/>
                  </a:lnTo>
                  <a:lnTo>
                    <a:pt x="0" y="198080"/>
                  </a:lnTo>
                  <a:lnTo>
                    <a:pt x="5243" y="158257"/>
                  </a:lnTo>
                  <a:lnTo>
                    <a:pt x="18155" y="120222"/>
                  </a:lnTo>
                  <a:lnTo>
                    <a:pt x="38239" y="85436"/>
                  </a:lnTo>
                  <a:lnTo>
                    <a:pt x="64723" y="55238"/>
                  </a:lnTo>
                  <a:lnTo>
                    <a:pt x="96590" y="30786"/>
                  </a:lnTo>
                  <a:lnTo>
                    <a:pt x="132615" y="13021"/>
                  </a:lnTo>
                  <a:lnTo>
                    <a:pt x="171413" y="2626"/>
                  </a:lnTo>
                  <a:lnTo>
                    <a:pt x="198080" y="0"/>
                  </a:lnTo>
                  <a:lnTo>
                    <a:pt x="4269144" y="0"/>
                  </a:lnTo>
                  <a:lnTo>
                    <a:pt x="4308967" y="5243"/>
                  </a:lnTo>
                  <a:lnTo>
                    <a:pt x="4347002" y="18155"/>
                  </a:lnTo>
                  <a:lnTo>
                    <a:pt x="4381787" y="38239"/>
                  </a:lnTo>
                  <a:lnTo>
                    <a:pt x="4411986" y="64723"/>
                  </a:lnTo>
                  <a:lnTo>
                    <a:pt x="4436437" y="96590"/>
                  </a:lnTo>
                  <a:lnTo>
                    <a:pt x="4454202" y="132615"/>
                  </a:lnTo>
                  <a:lnTo>
                    <a:pt x="4464598" y="171413"/>
                  </a:lnTo>
                  <a:lnTo>
                    <a:pt x="4467224" y="198080"/>
                  </a:lnTo>
                  <a:lnTo>
                    <a:pt x="4467224" y="3126144"/>
                  </a:lnTo>
                  <a:lnTo>
                    <a:pt x="4461980" y="3165967"/>
                  </a:lnTo>
                  <a:lnTo>
                    <a:pt x="4449069" y="3204002"/>
                  </a:lnTo>
                  <a:lnTo>
                    <a:pt x="4428984" y="3238787"/>
                  </a:lnTo>
                  <a:lnTo>
                    <a:pt x="4402500" y="3268986"/>
                  </a:lnTo>
                  <a:lnTo>
                    <a:pt x="4370633" y="3293437"/>
                  </a:lnTo>
                  <a:lnTo>
                    <a:pt x="4334609" y="3311202"/>
                  </a:lnTo>
                  <a:lnTo>
                    <a:pt x="4295810" y="3321598"/>
                  </a:lnTo>
                  <a:lnTo>
                    <a:pt x="4275835" y="3323895"/>
                  </a:lnTo>
                  <a:lnTo>
                    <a:pt x="4269144" y="3324224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882062" y="4471987"/>
              <a:ext cx="4467225" cy="3324225"/>
            </a:xfrm>
            <a:custGeom>
              <a:avLst/>
              <a:gdLst/>
              <a:ahLst/>
              <a:cxnLst/>
              <a:rect l="l" t="t" r="r" b="b"/>
              <a:pathLst>
                <a:path w="4467225" h="3324225">
                  <a:moveTo>
                    <a:pt x="0" y="3119437"/>
                  </a:moveTo>
                  <a:lnTo>
                    <a:pt x="0" y="204787"/>
                  </a:lnTo>
                  <a:lnTo>
                    <a:pt x="0" y="198080"/>
                  </a:lnTo>
                  <a:lnTo>
                    <a:pt x="328" y="191389"/>
                  </a:lnTo>
                  <a:lnTo>
                    <a:pt x="6871" y="151759"/>
                  </a:lnTo>
                  <a:lnTo>
                    <a:pt x="8818" y="145340"/>
                  </a:lnTo>
                  <a:lnTo>
                    <a:pt x="10765" y="138922"/>
                  </a:lnTo>
                  <a:lnTo>
                    <a:pt x="27342" y="102336"/>
                  </a:lnTo>
                  <a:lnTo>
                    <a:pt x="34512" y="91013"/>
                  </a:lnTo>
                  <a:lnTo>
                    <a:pt x="38239" y="85436"/>
                  </a:lnTo>
                  <a:lnTo>
                    <a:pt x="42229" y="80056"/>
                  </a:lnTo>
                  <a:lnTo>
                    <a:pt x="46484" y="74871"/>
                  </a:lnTo>
                  <a:lnTo>
                    <a:pt x="50739" y="69687"/>
                  </a:lnTo>
                  <a:lnTo>
                    <a:pt x="74871" y="46484"/>
                  </a:lnTo>
                  <a:lnTo>
                    <a:pt x="80056" y="42229"/>
                  </a:lnTo>
                  <a:lnTo>
                    <a:pt x="85436" y="38239"/>
                  </a:lnTo>
                  <a:lnTo>
                    <a:pt x="91013" y="34512"/>
                  </a:lnTo>
                  <a:lnTo>
                    <a:pt x="96590" y="30786"/>
                  </a:lnTo>
                  <a:lnTo>
                    <a:pt x="102336" y="27342"/>
                  </a:lnTo>
                  <a:lnTo>
                    <a:pt x="108251" y="24181"/>
                  </a:lnTo>
                  <a:lnTo>
                    <a:pt x="114166" y="21019"/>
                  </a:lnTo>
                  <a:lnTo>
                    <a:pt x="151759" y="6871"/>
                  </a:lnTo>
                  <a:lnTo>
                    <a:pt x="191389" y="328"/>
                  </a:lnTo>
                  <a:lnTo>
                    <a:pt x="198080" y="0"/>
                  </a:lnTo>
                  <a:lnTo>
                    <a:pt x="204787" y="0"/>
                  </a:lnTo>
                  <a:lnTo>
                    <a:pt x="4262437" y="0"/>
                  </a:lnTo>
                  <a:lnTo>
                    <a:pt x="4269144" y="0"/>
                  </a:lnTo>
                  <a:lnTo>
                    <a:pt x="4275835" y="328"/>
                  </a:lnTo>
                  <a:lnTo>
                    <a:pt x="4282509" y="986"/>
                  </a:lnTo>
                  <a:lnTo>
                    <a:pt x="4289184" y="1643"/>
                  </a:lnTo>
                  <a:lnTo>
                    <a:pt x="4295810" y="2626"/>
                  </a:lnTo>
                  <a:lnTo>
                    <a:pt x="4302388" y="3934"/>
                  </a:lnTo>
                  <a:lnTo>
                    <a:pt x="4308967" y="5243"/>
                  </a:lnTo>
                  <a:lnTo>
                    <a:pt x="4347002" y="18155"/>
                  </a:lnTo>
                  <a:lnTo>
                    <a:pt x="4358973" y="24181"/>
                  </a:lnTo>
                  <a:lnTo>
                    <a:pt x="4364888" y="27342"/>
                  </a:lnTo>
                  <a:lnTo>
                    <a:pt x="4370633" y="30786"/>
                  </a:lnTo>
                  <a:lnTo>
                    <a:pt x="4376210" y="34512"/>
                  </a:lnTo>
                  <a:lnTo>
                    <a:pt x="4381787" y="38239"/>
                  </a:lnTo>
                  <a:lnTo>
                    <a:pt x="4387168" y="42229"/>
                  </a:lnTo>
                  <a:lnTo>
                    <a:pt x="4392352" y="46484"/>
                  </a:lnTo>
                  <a:lnTo>
                    <a:pt x="4397537" y="50739"/>
                  </a:lnTo>
                  <a:lnTo>
                    <a:pt x="4402500" y="55238"/>
                  </a:lnTo>
                  <a:lnTo>
                    <a:pt x="4407243" y="59980"/>
                  </a:lnTo>
                  <a:lnTo>
                    <a:pt x="4411986" y="64723"/>
                  </a:lnTo>
                  <a:lnTo>
                    <a:pt x="4416484" y="69687"/>
                  </a:lnTo>
                  <a:lnTo>
                    <a:pt x="4420739" y="74871"/>
                  </a:lnTo>
                  <a:lnTo>
                    <a:pt x="4424994" y="80056"/>
                  </a:lnTo>
                  <a:lnTo>
                    <a:pt x="4428984" y="85436"/>
                  </a:lnTo>
                  <a:lnTo>
                    <a:pt x="4432711" y="91013"/>
                  </a:lnTo>
                  <a:lnTo>
                    <a:pt x="4436437" y="96590"/>
                  </a:lnTo>
                  <a:lnTo>
                    <a:pt x="4439881" y="102336"/>
                  </a:lnTo>
                  <a:lnTo>
                    <a:pt x="4443043" y="108251"/>
                  </a:lnTo>
                  <a:lnTo>
                    <a:pt x="4446204" y="114166"/>
                  </a:lnTo>
                  <a:lnTo>
                    <a:pt x="4449069" y="120222"/>
                  </a:lnTo>
                  <a:lnTo>
                    <a:pt x="4451635" y="126418"/>
                  </a:lnTo>
                  <a:lnTo>
                    <a:pt x="4454202" y="132615"/>
                  </a:lnTo>
                  <a:lnTo>
                    <a:pt x="4456459" y="138922"/>
                  </a:lnTo>
                  <a:lnTo>
                    <a:pt x="4458406" y="145340"/>
                  </a:lnTo>
                  <a:lnTo>
                    <a:pt x="4460353" y="151759"/>
                  </a:lnTo>
                  <a:lnTo>
                    <a:pt x="4461980" y="158257"/>
                  </a:lnTo>
                  <a:lnTo>
                    <a:pt x="4463289" y="164835"/>
                  </a:lnTo>
                  <a:lnTo>
                    <a:pt x="4464598" y="171413"/>
                  </a:lnTo>
                  <a:lnTo>
                    <a:pt x="4465581" y="178040"/>
                  </a:lnTo>
                  <a:lnTo>
                    <a:pt x="4466238" y="184714"/>
                  </a:lnTo>
                  <a:lnTo>
                    <a:pt x="4466895" y="191389"/>
                  </a:lnTo>
                  <a:lnTo>
                    <a:pt x="4467224" y="198080"/>
                  </a:lnTo>
                  <a:lnTo>
                    <a:pt x="4467224" y="204787"/>
                  </a:lnTo>
                  <a:lnTo>
                    <a:pt x="4467224" y="3119437"/>
                  </a:lnTo>
                  <a:lnTo>
                    <a:pt x="4467224" y="3126144"/>
                  </a:lnTo>
                  <a:lnTo>
                    <a:pt x="4466895" y="3132835"/>
                  </a:lnTo>
                  <a:lnTo>
                    <a:pt x="4466238" y="3139509"/>
                  </a:lnTo>
                  <a:lnTo>
                    <a:pt x="4465581" y="3146184"/>
                  </a:lnTo>
                  <a:lnTo>
                    <a:pt x="4464598" y="3152810"/>
                  </a:lnTo>
                  <a:lnTo>
                    <a:pt x="4463289" y="3159388"/>
                  </a:lnTo>
                  <a:lnTo>
                    <a:pt x="4461980" y="3165967"/>
                  </a:lnTo>
                  <a:lnTo>
                    <a:pt x="4460353" y="3172465"/>
                  </a:lnTo>
                  <a:lnTo>
                    <a:pt x="4458406" y="3178883"/>
                  </a:lnTo>
                  <a:lnTo>
                    <a:pt x="4456459" y="3185301"/>
                  </a:lnTo>
                  <a:lnTo>
                    <a:pt x="4454202" y="3191609"/>
                  </a:lnTo>
                  <a:lnTo>
                    <a:pt x="4451635" y="3197805"/>
                  </a:lnTo>
                  <a:lnTo>
                    <a:pt x="4449069" y="3204002"/>
                  </a:lnTo>
                  <a:lnTo>
                    <a:pt x="4446204" y="3210057"/>
                  </a:lnTo>
                  <a:lnTo>
                    <a:pt x="4443043" y="3215972"/>
                  </a:lnTo>
                  <a:lnTo>
                    <a:pt x="4439881" y="3221887"/>
                  </a:lnTo>
                  <a:lnTo>
                    <a:pt x="4436437" y="3227633"/>
                  </a:lnTo>
                  <a:lnTo>
                    <a:pt x="4432711" y="3233210"/>
                  </a:lnTo>
                  <a:lnTo>
                    <a:pt x="4428984" y="3238787"/>
                  </a:lnTo>
                  <a:lnTo>
                    <a:pt x="4424994" y="3244167"/>
                  </a:lnTo>
                  <a:lnTo>
                    <a:pt x="4420739" y="3249352"/>
                  </a:lnTo>
                  <a:lnTo>
                    <a:pt x="4416484" y="3254537"/>
                  </a:lnTo>
                  <a:lnTo>
                    <a:pt x="4411986" y="3259500"/>
                  </a:lnTo>
                  <a:lnTo>
                    <a:pt x="4407243" y="3264243"/>
                  </a:lnTo>
                  <a:lnTo>
                    <a:pt x="4402500" y="3268986"/>
                  </a:lnTo>
                  <a:lnTo>
                    <a:pt x="4397537" y="3273485"/>
                  </a:lnTo>
                  <a:lnTo>
                    <a:pt x="4392352" y="3277739"/>
                  </a:lnTo>
                  <a:lnTo>
                    <a:pt x="4387168" y="3281994"/>
                  </a:lnTo>
                  <a:lnTo>
                    <a:pt x="4381787" y="3285985"/>
                  </a:lnTo>
                  <a:lnTo>
                    <a:pt x="4376210" y="3289711"/>
                  </a:lnTo>
                  <a:lnTo>
                    <a:pt x="4370633" y="3293437"/>
                  </a:lnTo>
                  <a:lnTo>
                    <a:pt x="4340805" y="3308635"/>
                  </a:lnTo>
                  <a:lnTo>
                    <a:pt x="4334609" y="3311202"/>
                  </a:lnTo>
                  <a:lnTo>
                    <a:pt x="4328302" y="3313459"/>
                  </a:lnTo>
                  <a:lnTo>
                    <a:pt x="4321883" y="3315406"/>
                  </a:lnTo>
                  <a:lnTo>
                    <a:pt x="4315465" y="3317353"/>
                  </a:lnTo>
                  <a:lnTo>
                    <a:pt x="4308967" y="3318981"/>
                  </a:lnTo>
                  <a:lnTo>
                    <a:pt x="4302389" y="3320289"/>
                  </a:lnTo>
                  <a:lnTo>
                    <a:pt x="4295810" y="3321598"/>
                  </a:lnTo>
                  <a:lnTo>
                    <a:pt x="4289184" y="3322581"/>
                  </a:lnTo>
                  <a:lnTo>
                    <a:pt x="4282509" y="3323238"/>
                  </a:lnTo>
                  <a:lnTo>
                    <a:pt x="4275835" y="3323895"/>
                  </a:lnTo>
                  <a:lnTo>
                    <a:pt x="4269144" y="3324224"/>
                  </a:lnTo>
                  <a:lnTo>
                    <a:pt x="4262437" y="3324224"/>
                  </a:lnTo>
                  <a:lnTo>
                    <a:pt x="204787" y="3324224"/>
                  </a:lnTo>
                  <a:lnTo>
                    <a:pt x="198080" y="3324224"/>
                  </a:lnTo>
                  <a:lnTo>
                    <a:pt x="191389" y="3323895"/>
                  </a:lnTo>
                  <a:lnTo>
                    <a:pt x="184714" y="3323238"/>
                  </a:lnTo>
                  <a:lnTo>
                    <a:pt x="178040" y="3322581"/>
                  </a:lnTo>
                  <a:lnTo>
                    <a:pt x="171413" y="3321598"/>
                  </a:lnTo>
                  <a:lnTo>
                    <a:pt x="164835" y="3320289"/>
                  </a:lnTo>
                  <a:lnTo>
                    <a:pt x="158257" y="3318981"/>
                  </a:lnTo>
                  <a:lnTo>
                    <a:pt x="151759" y="3317353"/>
                  </a:lnTo>
                  <a:lnTo>
                    <a:pt x="145340" y="3315406"/>
                  </a:lnTo>
                  <a:lnTo>
                    <a:pt x="138922" y="3313459"/>
                  </a:lnTo>
                  <a:lnTo>
                    <a:pt x="132615" y="3311202"/>
                  </a:lnTo>
                  <a:lnTo>
                    <a:pt x="126418" y="3308635"/>
                  </a:lnTo>
                  <a:lnTo>
                    <a:pt x="120222" y="3306069"/>
                  </a:lnTo>
                  <a:lnTo>
                    <a:pt x="85436" y="3285985"/>
                  </a:lnTo>
                  <a:lnTo>
                    <a:pt x="74871" y="3277739"/>
                  </a:lnTo>
                  <a:lnTo>
                    <a:pt x="69687" y="3273485"/>
                  </a:lnTo>
                  <a:lnTo>
                    <a:pt x="42229" y="3244167"/>
                  </a:lnTo>
                  <a:lnTo>
                    <a:pt x="34512" y="3233210"/>
                  </a:lnTo>
                  <a:lnTo>
                    <a:pt x="30786" y="3227633"/>
                  </a:lnTo>
                  <a:lnTo>
                    <a:pt x="27342" y="3221887"/>
                  </a:lnTo>
                  <a:lnTo>
                    <a:pt x="24181" y="3215972"/>
                  </a:lnTo>
                  <a:lnTo>
                    <a:pt x="21019" y="3210057"/>
                  </a:lnTo>
                  <a:lnTo>
                    <a:pt x="8818" y="3178883"/>
                  </a:lnTo>
                  <a:lnTo>
                    <a:pt x="6871" y="3172465"/>
                  </a:lnTo>
                  <a:lnTo>
                    <a:pt x="5243" y="3165967"/>
                  </a:lnTo>
                  <a:lnTo>
                    <a:pt x="3934" y="3159388"/>
                  </a:lnTo>
                  <a:lnTo>
                    <a:pt x="2626" y="3152810"/>
                  </a:lnTo>
                  <a:lnTo>
                    <a:pt x="1643" y="3146184"/>
                  </a:lnTo>
                  <a:lnTo>
                    <a:pt x="986" y="3139509"/>
                  </a:lnTo>
                  <a:lnTo>
                    <a:pt x="328" y="3132835"/>
                  </a:lnTo>
                  <a:lnTo>
                    <a:pt x="0" y="3126144"/>
                  </a:lnTo>
                  <a:lnTo>
                    <a:pt x="0" y="3119437"/>
                  </a:lnTo>
                  <a:close/>
                </a:path>
              </a:pathLst>
            </a:custGeom>
            <a:ln w="952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10228460" y="4492624"/>
            <a:ext cx="1793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solidFill>
                  <a:srgbClr val="E6E6E6"/>
                </a:solidFill>
                <a:latin typeface="Trebuchet MS"/>
                <a:cs typeface="Trebuchet MS"/>
              </a:rPr>
              <a:t>Countries</a:t>
            </a:r>
            <a:r>
              <a:rPr sz="1800" spc="-50" dirty="0">
                <a:solidFill>
                  <a:srgbClr val="E6E6E6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E6E6E6"/>
                </a:solidFill>
                <a:latin typeface="Trebuchet MS"/>
                <a:cs typeface="Trebuchet MS"/>
              </a:rPr>
              <a:t>Available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9001125" y="4819650"/>
            <a:ext cx="4229100" cy="2857500"/>
            <a:chOff x="9001125" y="4819650"/>
            <a:chExt cx="4229100" cy="2857500"/>
          </a:xfrm>
        </p:grpSpPr>
        <p:pic>
          <p:nvPicPr>
            <p:cNvPr id="81" name="object 8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01125" y="4819650"/>
              <a:ext cx="4229099" cy="2857499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65363" y="5830950"/>
              <a:ext cx="217884" cy="217884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59104" y="5380633"/>
              <a:ext cx="95703" cy="95703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42041" y="5946185"/>
              <a:ext cx="85511" cy="85511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808663" y="5953862"/>
              <a:ext cx="77440" cy="77439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91814" y="6154012"/>
              <a:ext cx="70390" cy="7039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486293" y="5955647"/>
              <a:ext cx="69786" cy="69786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902857" y="6849450"/>
              <a:ext cx="69419" cy="69419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996255" y="6020074"/>
              <a:ext cx="360365" cy="257692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11197911" y="6366492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4">
                  <a:moveTo>
                    <a:pt x="29602" y="52272"/>
                  </a:moveTo>
                  <a:lnTo>
                    <a:pt x="22670" y="52272"/>
                  </a:lnTo>
                  <a:lnTo>
                    <a:pt x="19336" y="51609"/>
                  </a:lnTo>
                  <a:lnTo>
                    <a:pt x="0" y="29602"/>
                  </a:lnTo>
                  <a:lnTo>
                    <a:pt x="0" y="22670"/>
                  </a:lnTo>
                  <a:lnTo>
                    <a:pt x="22670" y="0"/>
                  </a:lnTo>
                  <a:lnTo>
                    <a:pt x="29602" y="0"/>
                  </a:lnTo>
                  <a:lnTo>
                    <a:pt x="52272" y="26136"/>
                  </a:lnTo>
                  <a:lnTo>
                    <a:pt x="52272" y="29602"/>
                  </a:lnTo>
                  <a:lnTo>
                    <a:pt x="29602" y="52272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1197911" y="6366492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4">
                  <a:moveTo>
                    <a:pt x="52272" y="26136"/>
                  </a:moveTo>
                  <a:lnTo>
                    <a:pt x="26136" y="52272"/>
                  </a:lnTo>
                  <a:lnTo>
                    <a:pt x="22670" y="52272"/>
                  </a:lnTo>
                  <a:lnTo>
                    <a:pt x="1989" y="36138"/>
                  </a:lnTo>
                  <a:lnTo>
                    <a:pt x="663" y="32936"/>
                  </a:lnTo>
                  <a:lnTo>
                    <a:pt x="0" y="29602"/>
                  </a:lnTo>
                  <a:lnTo>
                    <a:pt x="0" y="26136"/>
                  </a:lnTo>
                  <a:lnTo>
                    <a:pt x="0" y="22670"/>
                  </a:lnTo>
                  <a:lnTo>
                    <a:pt x="7655" y="7655"/>
                  </a:lnTo>
                  <a:lnTo>
                    <a:pt x="10105" y="5204"/>
                  </a:lnTo>
                  <a:lnTo>
                    <a:pt x="12932" y="3315"/>
                  </a:lnTo>
                  <a:lnTo>
                    <a:pt x="16134" y="1989"/>
                  </a:lnTo>
                  <a:lnTo>
                    <a:pt x="19336" y="663"/>
                  </a:lnTo>
                  <a:lnTo>
                    <a:pt x="22670" y="0"/>
                  </a:lnTo>
                  <a:lnTo>
                    <a:pt x="26136" y="0"/>
                  </a:lnTo>
                  <a:lnTo>
                    <a:pt x="29602" y="0"/>
                  </a:lnTo>
                  <a:lnTo>
                    <a:pt x="50283" y="16134"/>
                  </a:lnTo>
                  <a:lnTo>
                    <a:pt x="51609" y="19336"/>
                  </a:lnTo>
                  <a:lnTo>
                    <a:pt x="52272" y="22670"/>
                  </a:lnTo>
                  <a:lnTo>
                    <a:pt x="52272" y="26136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0369320" y="6638366"/>
              <a:ext cx="51435" cy="51435"/>
            </a:xfrm>
            <a:custGeom>
              <a:avLst/>
              <a:gdLst/>
              <a:ahLst/>
              <a:cxnLst/>
              <a:rect l="l" t="t" r="r" b="b"/>
              <a:pathLst>
                <a:path w="51434" h="51434">
                  <a:moveTo>
                    <a:pt x="29075" y="51343"/>
                  </a:moveTo>
                  <a:lnTo>
                    <a:pt x="22267" y="51343"/>
                  </a:lnTo>
                  <a:lnTo>
                    <a:pt x="18992" y="50691"/>
                  </a:lnTo>
                  <a:lnTo>
                    <a:pt x="0" y="29075"/>
                  </a:lnTo>
                  <a:lnTo>
                    <a:pt x="0" y="22267"/>
                  </a:lnTo>
                  <a:lnTo>
                    <a:pt x="22267" y="0"/>
                  </a:lnTo>
                  <a:lnTo>
                    <a:pt x="29075" y="0"/>
                  </a:lnTo>
                  <a:lnTo>
                    <a:pt x="51343" y="25671"/>
                  </a:lnTo>
                  <a:lnTo>
                    <a:pt x="51343" y="29075"/>
                  </a:lnTo>
                  <a:lnTo>
                    <a:pt x="29075" y="51343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0369320" y="6638366"/>
              <a:ext cx="51435" cy="51435"/>
            </a:xfrm>
            <a:custGeom>
              <a:avLst/>
              <a:gdLst/>
              <a:ahLst/>
              <a:cxnLst/>
              <a:rect l="l" t="t" r="r" b="b"/>
              <a:pathLst>
                <a:path w="51434" h="51434">
                  <a:moveTo>
                    <a:pt x="51343" y="25671"/>
                  </a:moveTo>
                  <a:lnTo>
                    <a:pt x="35495" y="49388"/>
                  </a:lnTo>
                  <a:lnTo>
                    <a:pt x="32350" y="50691"/>
                  </a:lnTo>
                  <a:lnTo>
                    <a:pt x="29075" y="51343"/>
                  </a:lnTo>
                  <a:lnTo>
                    <a:pt x="25671" y="51343"/>
                  </a:lnTo>
                  <a:lnTo>
                    <a:pt x="22267" y="51343"/>
                  </a:lnTo>
                  <a:lnTo>
                    <a:pt x="1954" y="35495"/>
                  </a:lnTo>
                  <a:lnTo>
                    <a:pt x="651" y="32350"/>
                  </a:lnTo>
                  <a:lnTo>
                    <a:pt x="0" y="29075"/>
                  </a:lnTo>
                  <a:lnTo>
                    <a:pt x="0" y="25671"/>
                  </a:lnTo>
                  <a:lnTo>
                    <a:pt x="0" y="22267"/>
                  </a:lnTo>
                  <a:lnTo>
                    <a:pt x="651" y="18992"/>
                  </a:lnTo>
                  <a:lnTo>
                    <a:pt x="1954" y="15847"/>
                  </a:lnTo>
                  <a:lnTo>
                    <a:pt x="3256" y="12701"/>
                  </a:lnTo>
                  <a:lnTo>
                    <a:pt x="5111" y="9925"/>
                  </a:lnTo>
                  <a:lnTo>
                    <a:pt x="7519" y="7518"/>
                  </a:lnTo>
                  <a:lnTo>
                    <a:pt x="9926" y="5111"/>
                  </a:lnTo>
                  <a:lnTo>
                    <a:pt x="12702" y="3256"/>
                  </a:lnTo>
                  <a:lnTo>
                    <a:pt x="15847" y="1953"/>
                  </a:lnTo>
                  <a:lnTo>
                    <a:pt x="18992" y="651"/>
                  </a:lnTo>
                  <a:lnTo>
                    <a:pt x="22267" y="0"/>
                  </a:lnTo>
                  <a:lnTo>
                    <a:pt x="25671" y="0"/>
                  </a:lnTo>
                  <a:lnTo>
                    <a:pt x="29075" y="0"/>
                  </a:lnTo>
                  <a:lnTo>
                    <a:pt x="32350" y="651"/>
                  </a:lnTo>
                  <a:lnTo>
                    <a:pt x="35495" y="1953"/>
                  </a:lnTo>
                  <a:lnTo>
                    <a:pt x="38640" y="3256"/>
                  </a:lnTo>
                  <a:lnTo>
                    <a:pt x="41416" y="5111"/>
                  </a:lnTo>
                  <a:lnTo>
                    <a:pt x="43824" y="7518"/>
                  </a:lnTo>
                  <a:lnTo>
                    <a:pt x="46231" y="9925"/>
                  </a:lnTo>
                  <a:lnTo>
                    <a:pt x="48086" y="12701"/>
                  </a:lnTo>
                  <a:lnTo>
                    <a:pt x="49389" y="15847"/>
                  </a:lnTo>
                  <a:lnTo>
                    <a:pt x="50691" y="18992"/>
                  </a:lnTo>
                  <a:lnTo>
                    <a:pt x="51343" y="22267"/>
                  </a:lnTo>
                  <a:lnTo>
                    <a:pt x="51343" y="25671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0210392" y="700475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8533" y="50384"/>
                  </a:moveTo>
                  <a:lnTo>
                    <a:pt x="21851" y="50384"/>
                  </a:lnTo>
                  <a:lnTo>
                    <a:pt x="18637" y="49745"/>
                  </a:lnTo>
                  <a:lnTo>
                    <a:pt x="0" y="28532"/>
                  </a:lnTo>
                  <a:lnTo>
                    <a:pt x="0" y="21851"/>
                  </a:lnTo>
                  <a:lnTo>
                    <a:pt x="21851" y="0"/>
                  </a:lnTo>
                  <a:lnTo>
                    <a:pt x="28533" y="0"/>
                  </a:lnTo>
                  <a:lnTo>
                    <a:pt x="50384" y="25192"/>
                  </a:lnTo>
                  <a:lnTo>
                    <a:pt x="50384" y="28532"/>
                  </a:lnTo>
                  <a:lnTo>
                    <a:pt x="28533" y="50384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0210392" y="700475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384" y="25192"/>
                  </a:moveTo>
                  <a:lnTo>
                    <a:pt x="25192" y="50384"/>
                  </a:lnTo>
                  <a:lnTo>
                    <a:pt x="21851" y="50384"/>
                  </a:lnTo>
                  <a:lnTo>
                    <a:pt x="18637" y="49745"/>
                  </a:lnTo>
                  <a:lnTo>
                    <a:pt x="15551" y="48466"/>
                  </a:lnTo>
                  <a:lnTo>
                    <a:pt x="12465" y="47188"/>
                  </a:lnTo>
                  <a:lnTo>
                    <a:pt x="0" y="28532"/>
                  </a:lnTo>
                  <a:lnTo>
                    <a:pt x="0" y="25192"/>
                  </a:lnTo>
                  <a:lnTo>
                    <a:pt x="0" y="21851"/>
                  </a:lnTo>
                  <a:lnTo>
                    <a:pt x="639" y="18637"/>
                  </a:lnTo>
                  <a:lnTo>
                    <a:pt x="1917" y="15551"/>
                  </a:lnTo>
                  <a:lnTo>
                    <a:pt x="3196" y="12464"/>
                  </a:lnTo>
                  <a:lnTo>
                    <a:pt x="5016" y="9740"/>
                  </a:lnTo>
                  <a:lnTo>
                    <a:pt x="7378" y="7378"/>
                  </a:lnTo>
                  <a:lnTo>
                    <a:pt x="9740" y="5016"/>
                  </a:lnTo>
                  <a:lnTo>
                    <a:pt x="12465" y="3195"/>
                  </a:lnTo>
                  <a:lnTo>
                    <a:pt x="15551" y="1917"/>
                  </a:lnTo>
                  <a:lnTo>
                    <a:pt x="18637" y="639"/>
                  </a:lnTo>
                  <a:lnTo>
                    <a:pt x="21851" y="0"/>
                  </a:lnTo>
                  <a:lnTo>
                    <a:pt x="25192" y="0"/>
                  </a:lnTo>
                  <a:lnTo>
                    <a:pt x="28533" y="0"/>
                  </a:lnTo>
                  <a:lnTo>
                    <a:pt x="43006" y="7378"/>
                  </a:lnTo>
                  <a:lnTo>
                    <a:pt x="45368" y="9740"/>
                  </a:lnTo>
                  <a:lnTo>
                    <a:pt x="47188" y="12464"/>
                  </a:lnTo>
                  <a:lnTo>
                    <a:pt x="48467" y="15551"/>
                  </a:lnTo>
                  <a:lnTo>
                    <a:pt x="49745" y="18637"/>
                  </a:lnTo>
                  <a:lnTo>
                    <a:pt x="50384" y="21851"/>
                  </a:lnTo>
                  <a:lnTo>
                    <a:pt x="50384" y="25192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2636391" y="651146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8440" y="50221"/>
                  </a:moveTo>
                  <a:lnTo>
                    <a:pt x="21781" y="50221"/>
                  </a:lnTo>
                  <a:lnTo>
                    <a:pt x="18577" y="49584"/>
                  </a:lnTo>
                  <a:lnTo>
                    <a:pt x="0" y="28440"/>
                  </a:lnTo>
                  <a:lnTo>
                    <a:pt x="0" y="21780"/>
                  </a:lnTo>
                  <a:lnTo>
                    <a:pt x="21781" y="0"/>
                  </a:lnTo>
                  <a:lnTo>
                    <a:pt x="28440" y="0"/>
                  </a:lnTo>
                  <a:lnTo>
                    <a:pt x="50222" y="25110"/>
                  </a:lnTo>
                  <a:lnTo>
                    <a:pt x="50221" y="28440"/>
                  </a:lnTo>
                  <a:lnTo>
                    <a:pt x="28440" y="50221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2636391" y="651146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222" y="25110"/>
                  </a:moveTo>
                  <a:lnTo>
                    <a:pt x="50221" y="28440"/>
                  </a:lnTo>
                  <a:lnTo>
                    <a:pt x="49584" y="31643"/>
                  </a:lnTo>
                  <a:lnTo>
                    <a:pt x="48310" y="34720"/>
                  </a:lnTo>
                  <a:lnTo>
                    <a:pt x="47036" y="37796"/>
                  </a:lnTo>
                  <a:lnTo>
                    <a:pt x="34720" y="48310"/>
                  </a:lnTo>
                  <a:lnTo>
                    <a:pt x="31644" y="49584"/>
                  </a:lnTo>
                  <a:lnTo>
                    <a:pt x="28440" y="50221"/>
                  </a:lnTo>
                  <a:lnTo>
                    <a:pt x="25111" y="50221"/>
                  </a:lnTo>
                  <a:lnTo>
                    <a:pt x="21781" y="50221"/>
                  </a:lnTo>
                  <a:lnTo>
                    <a:pt x="7355" y="42866"/>
                  </a:lnTo>
                  <a:lnTo>
                    <a:pt x="5000" y="40512"/>
                  </a:lnTo>
                  <a:lnTo>
                    <a:pt x="3185" y="37796"/>
                  </a:lnTo>
                  <a:lnTo>
                    <a:pt x="1911" y="34720"/>
                  </a:lnTo>
                  <a:lnTo>
                    <a:pt x="636" y="31643"/>
                  </a:lnTo>
                  <a:lnTo>
                    <a:pt x="0" y="28440"/>
                  </a:lnTo>
                  <a:lnTo>
                    <a:pt x="0" y="25110"/>
                  </a:lnTo>
                  <a:lnTo>
                    <a:pt x="0" y="21780"/>
                  </a:lnTo>
                  <a:lnTo>
                    <a:pt x="636" y="18577"/>
                  </a:lnTo>
                  <a:lnTo>
                    <a:pt x="1911" y="15501"/>
                  </a:lnTo>
                  <a:lnTo>
                    <a:pt x="3185" y="12424"/>
                  </a:lnTo>
                  <a:lnTo>
                    <a:pt x="5000" y="9709"/>
                  </a:lnTo>
                  <a:lnTo>
                    <a:pt x="7355" y="7354"/>
                  </a:lnTo>
                  <a:lnTo>
                    <a:pt x="9709" y="5000"/>
                  </a:lnTo>
                  <a:lnTo>
                    <a:pt x="12425" y="3185"/>
                  </a:lnTo>
                  <a:lnTo>
                    <a:pt x="15501" y="1911"/>
                  </a:lnTo>
                  <a:lnTo>
                    <a:pt x="18577" y="637"/>
                  </a:lnTo>
                  <a:lnTo>
                    <a:pt x="21781" y="0"/>
                  </a:lnTo>
                  <a:lnTo>
                    <a:pt x="25111" y="0"/>
                  </a:lnTo>
                  <a:lnTo>
                    <a:pt x="28440" y="0"/>
                  </a:lnTo>
                  <a:lnTo>
                    <a:pt x="42867" y="7354"/>
                  </a:lnTo>
                  <a:lnTo>
                    <a:pt x="45221" y="9709"/>
                  </a:lnTo>
                  <a:lnTo>
                    <a:pt x="47036" y="12424"/>
                  </a:lnTo>
                  <a:lnTo>
                    <a:pt x="48310" y="15501"/>
                  </a:lnTo>
                  <a:lnTo>
                    <a:pt x="49584" y="18577"/>
                  </a:lnTo>
                  <a:lnTo>
                    <a:pt x="50221" y="21780"/>
                  </a:lnTo>
                  <a:lnTo>
                    <a:pt x="50222" y="25110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1432908" y="6911408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25611" y="45225"/>
                  </a:moveTo>
                  <a:lnTo>
                    <a:pt x="19614" y="45225"/>
                  </a:lnTo>
                  <a:lnTo>
                    <a:pt x="16729" y="44652"/>
                  </a:lnTo>
                  <a:lnTo>
                    <a:pt x="0" y="25611"/>
                  </a:lnTo>
                  <a:lnTo>
                    <a:pt x="0" y="19614"/>
                  </a:lnTo>
                  <a:lnTo>
                    <a:pt x="19614" y="0"/>
                  </a:lnTo>
                  <a:lnTo>
                    <a:pt x="25611" y="0"/>
                  </a:lnTo>
                  <a:lnTo>
                    <a:pt x="45226" y="22613"/>
                  </a:lnTo>
                  <a:lnTo>
                    <a:pt x="45226" y="25611"/>
                  </a:lnTo>
                  <a:lnTo>
                    <a:pt x="25611" y="45225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1432908" y="6911408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45226" y="22613"/>
                  </a:moveTo>
                  <a:lnTo>
                    <a:pt x="45226" y="25611"/>
                  </a:lnTo>
                  <a:lnTo>
                    <a:pt x="44652" y="28496"/>
                  </a:lnTo>
                  <a:lnTo>
                    <a:pt x="43504" y="31266"/>
                  </a:lnTo>
                  <a:lnTo>
                    <a:pt x="42357" y="34036"/>
                  </a:lnTo>
                  <a:lnTo>
                    <a:pt x="31266" y="43504"/>
                  </a:lnTo>
                  <a:lnTo>
                    <a:pt x="28496" y="44652"/>
                  </a:lnTo>
                  <a:lnTo>
                    <a:pt x="25611" y="45225"/>
                  </a:lnTo>
                  <a:lnTo>
                    <a:pt x="22613" y="45226"/>
                  </a:lnTo>
                  <a:lnTo>
                    <a:pt x="19614" y="45225"/>
                  </a:lnTo>
                  <a:lnTo>
                    <a:pt x="6623" y="38602"/>
                  </a:lnTo>
                  <a:lnTo>
                    <a:pt x="4502" y="36482"/>
                  </a:lnTo>
                  <a:lnTo>
                    <a:pt x="2868" y="34036"/>
                  </a:lnTo>
                  <a:lnTo>
                    <a:pt x="1721" y="31266"/>
                  </a:lnTo>
                  <a:lnTo>
                    <a:pt x="573" y="28496"/>
                  </a:lnTo>
                  <a:lnTo>
                    <a:pt x="0" y="25611"/>
                  </a:lnTo>
                  <a:lnTo>
                    <a:pt x="0" y="22613"/>
                  </a:lnTo>
                  <a:lnTo>
                    <a:pt x="0" y="19614"/>
                  </a:lnTo>
                  <a:lnTo>
                    <a:pt x="6623" y="6623"/>
                  </a:lnTo>
                  <a:lnTo>
                    <a:pt x="8743" y="4502"/>
                  </a:lnTo>
                  <a:lnTo>
                    <a:pt x="11188" y="2868"/>
                  </a:lnTo>
                  <a:lnTo>
                    <a:pt x="13959" y="1720"/>
                  </a:lnTo>
                  <a:lnTo>
                    <a:pt x="16729" y="573"/>
                  </a:lnTo>
                  <a:lnTo>
                    <a:pt x="19614" y="0"/>
                  </a:lnTo>
                  <a:lnTo>
                    <a:pt x="22613" y="0"/>
                  </a:lnTo>
                  <a:lnTo>
                    <a:pt x="25611" y="0"/>
                  </a:lnTo>
                  <a:lnTo>
                    <a:pt x="45226" y="19614"/>
                  </a:lnTo>
                  <a:lnTo>
                    <a:pt x="45226" y="22613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453483" y="6158431"/>
              <a:ext cx="335995" cy="212539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12501747" y="6484569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275" h="41275">
                  <a:moveTo>
                    <a:pt x="23031" y="40669"/>
                  </a:moveTo>
                  <a:lnTo>
                    <a:pt x="17638" y="40669"/>
                  </a:lnTo>
                  <a:lnTo>
                    <a:pt x="15044" y="40153"/>
                  </a:lnTo>
                  <a:lnTo>
                    <a:pt x="0" y="23031"/>
                  </a:lnTo>
                  <a:lnTo>
                    <a:pt x="0" y="17638"/>
                  </a:lnTo>
                  <a:lnTo>
                    <a:pt x="17638" y="0"/>
                  </a:lnTo>
                  <a:lnTo>
                    <a:pt x="23031" y="0"/>
                  </a:lnTo>
                  <a:lnTo>
                    <a:pt x="40669" y="20334"/>
                  </a:lnTo>
                  <a:lnTo>
                    <a:pt x="40669" y="23031"/>
                  </a:lnTo>
                  <a:lnTo>
                    <a:pt x="23031" y="40669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2501747" y="6484569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275" h="41275">
                  <a:moveTo>
                    <a:pt x="40669" y="20334"/>
                  </a:moveTo>
                  <a:lnTo>
                    <a:pt x="40669" y="23031"/>
                  </a:lnTo>
                  <a:lnTo>
                    <a:pt x="40153" y="25625"/>
                  </a:lnTo>
                  <a:lnTo>
                    <a:pt x="39121" y="28116"/>
                  </a:lnTo>
                  <a:lnTo>
                    <a:pt x="38089" y="30607"/>
                  </a:lnTo>
                  <a:lnTo>
                    <a:pt x="28115" y="39121"/>
                  </a:lnTo>
                  <a:lnTo>
                    <a:pt x="25624" y="40153"/>
                  </a:lnTo>
                  <a:lnTo>
                    <a:pt x="23031" y="40669"/>
                  </a:lnTo>
                  <a:lnTo>
                    <a:pt x="20334" y="40669"/>
                  </a:lnTo>
                  <a:lnTo>
                    <a:pt x="17638" y="40669"/>
                  </a:lnTo>
                  <a:lnTo>
                    <a:pt x="0" y="23031"/>
                  </a:lnTo>
                  <a:lnTo>
                    <a:pt x="0" y="20334"/>
                  </a:lnTo>
                  <a:lnTo>
                    <a:pt x="0" y="17638"/>
                  </a:lnTo>
                  <a:lnTo>
                    <a:pt x="17638" y="0"/>
                  </a:lnTo>
                  <a:lnTo>
                    <a:pt x="20334" y="0"/>
                  </a:lnTo>
                  <a:lnTo>
                    <a:pt x="23031" y="0"/>
                  </a:lnTo>
                  <a:lnTo>
                    <a:pt x="39121" y="12552"/>
                  </a:lnTo>
                  <a:lnTo>
                    <a:pt x="40153" y="15044"/>
                  </a:lnTo>
                  <a:lnTo>
                    <a:pt x="40669" y="17638"/>
                  </a:lnTo>
                  <a:lnTo>
                    <a:pt x="40669" y="20334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981894" y="5388152"/>
              <a:ext cx="891223" cy="824668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10130784" y="6958688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21245" y="37516"/>
                  </a:moveTo>
                  <a:lnTo>
                    <a:pt x="16270" y="37516"/>
                  </a:lnTo>
                  <a:lnTo>
                    <a:pt x="13877" y="37040"/>
                  </a:lnTo>
                  <a:lnTo>
                    <a:pt x="0" y="21245"/>
                  </a:lnTo>
                  <a:lnTo>
                    <a:pt x="0" y="16270"/>
                  </a:lnTo>
                  <a:lnTo>
                    <a:pt x="16270" y="0"/>
                  </a:lnTo>
                  <a:lnTo>
                    <a:pt x="21245" y="0"/>
                  </a:lnTo>
                  <a:lnTo>
                    <a:pt x="37516" y="18758"/>
                  </a:lnTo>
                  <a:lnTo>
                    <a:pt x="37516" y="21245"/>
                  </a:lnTo>
                  <a:lnTo>
                    <a:pt x="21245" y="37516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0130784" y="6958688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37516" y="18758"/>
                  </a:moveTo>
                  <a:lnTo>
                    <a:pt x="37516" y="21245"/>
                  </a:lnTo>
                  <a:lnTo>
                    <a:pt x="37040" y="23638"/>
                  </a:lnTo>
                  <a:lnTo>
                    <a:pt x="36088" y="25936"/>
                  </a:lnTo>
                  <a:lnTo>
                    <a:pt x="35136" y="28234"/>
                  </a:lnTo>
                  <a:lnTo>
                    <a:pt x="25936" y="36088"/>
                  </a:lnTo>
                  <a:lnTo>
                    <a:pt x="23638" y="37040"/>
                  </a:lnTo>
                  <a:lnTo>
                    <a:pt x="21245" y="37516"/>
                  </a:lnTo>
                  <a:lnTo>
                    <a:pt x="18758" y="37516"/>
                  </a:lnTo>
                  <a:lnTo>
                    <a:pt x="16270" y="37516"/>
                  </a:lnTo>
                  <a:lnTo>
                    <a:pt x="13877" y="37040"/>
                  </a:lnTo>
                  <a:lnTo>
                    <a:pt x="11579" y="36088"/>
                  </a:lnTo>
                  <a:lnTo>
                    <a:pt x="9281" y="35136"/>
                  </a:lnTo>
                  <a:lnTo>
                    <a:pt x="0" y="21245"/>
                  </a:lnTo>
                  <a:lnTo>
                    <a:pt x="0" y="18758"/>
                  </a:lnTo>
                  <a:lnTo>
                    <a:pt x="0" y="16270"/>
                  </a:lnTo>
                  <a:lnTo>
                    <a:pt x="475" y="13878"/>
                  </a:lnTo>
                  <a:lnTo>
                    <a:pt x="1427" y="11579"/>
                  </a:lnTo>
                  <a:lnTo>
                    <a:pt x="2379" y="9281"/>
                  </a:lnTo>
                  <a:lnTo>
                    <a:pt x="3735" y="7252"/>
                  </a:lnTo>
                  <a:lnTo>
                    <a:pt x="5494" y="5494"/>
                  </a:lnTo>
                  <a:lnTo>
                    <a:pt x="7253" y="3735"/>
                  </a:lnTo>
                  <a:lnTo>
                    <a:pt x="9281" y="2379"/>
                  </a:lnTo>
                  <a:lnTo>
                    <a:pt x="11579" y="1427"/>
                  </a:lnTo>
                  <a:lnTo>
                    <a:pt x="13877" y="476"/>
                  </a:lnTo>
                  <a:lnTo>
                    <a:pt x="16270" y="0"/>
                  </a:lnTo>
                  <a:lnTo>
                    <a:pt x="18758" y="0"/>
                  </a:lnTo>
                  <a:lnTo>
                    <a:pt x="21245" y="0"/>
                  </a:lnTo>
                  <a:lnTo>
                    <a:pt x="36088" y="11579"/>
                  </a:lnTo>
                  <a:lnTo>
                    <a:pt x="37040" y="13878"/>
                  </a:lnTo>
                  <a:lnTo>
                    <a:pt x="37516" y="16270"/>
                  </a:lnTo>
                  <a:lnTo>
                    <a:pt x="37516" y="18758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2421331" y="5345561"/>
              <a:ext cx="37465" cy="37465"/>
            </a:xfrm>
            <a:custGeom>
              <a:avLst/>
              <a:gdLst/>
              <a:ahLst/>
              <a:cxnLst/>
              <a:rect l="l" t="t" r="r" b="b"/>
              <a:pathLst>
                <a:path w="37465" h="37464">
                  <a:moveTo>
                    <a:pt x="20914" y="36931"/>
                  </a:moveTo>
                  <a:lnTo>
                    <a:pt x="16017" y="36931"/>
                  </a:lnTo>
                  <a:lnTo>
                    <a:pt x="13661" y="36462"/>
                  </a:lnTo>
                  <a:lnTo>
                    <a:pt x="0" y="20914"/>
                  </a:lnTo>
                  <a:lnTo>
                    <a:pt x="0" y="16016"/>
                  </a:lnTo>
                  <a:lnTo>
                    <a:pt x="16017" y="0"/>
                  </a:lnTo>
                  <a:lnTo>
                    <a:pt x="20914" y="0"/>
                  </a:lnTo>
                  <a:lnTo>
                    <a:pt x="36931" y="18465"/>
                  </a:lnTo>
                  <a:lnTo>
                    <a:pt x="36931" y="20914"/>
                  </a:lnTo>
                  <a:lnTo>
                    <a:pt x="20914" y="36931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2421331" y="5345561"/>
              <a:ext cx="37465" cy="37465"/>
            </a:xfrm>
            <a:custGeom>
              <a:avLst/>
              <a:gdLst/>
              <a:ahLst/>
              <a:cxnLst/>
              <a:rect l="l" t="t" r="r" b="b"/>
              <a:pathLst>
                <a:path w="37465" h="37464">
                  <a:moveTo>
                    <a:pt x="36931" y="18465"/>
                  </a:moveTo>
                  <a:lnTo>
                    <a:pt x="36931" y="20914"/>
                  </a:lnTo>
                  <a:lnTo>
                    <a:pt x="36462" y="23269"/>
                  </a:lnTo>
                  <a:lnTo>
                    <a:pt x="35525" y="25532"/>
                  </a:lnTo>
                  <a:lnTo>
                    <a:pt x="34588" y="27794"/>
                  </a:lnTo>
                  <a:lnTo>
                    <a:pt x="33254" y="29791"/>
                  </a:lnTo>
                  <a:lnTo>
                    <a:pt x="31522" y="31522"/>
                  </a:lnTo>
                  <a:lnTo>
                    <a:pt x="29790" y="33254"/>
                  </a:lnTo>
                  <a:lnTo>
                    <a:pt x="18466" y="36931"/>
                  </a:lnTo>
                  <a:lnTo>
                    <a:pt x="16017" y="36931"/>
                  </a:lnTo>
                  <a:lnTo>
                    <a:pt x="13661" y="36462"/>
                  </a:lnTo>
                  <a:lnTo>
                    <a:pt x="11399" y="35525"/>
                  </a:lnTo>
                  <a:lnTo>
                    <a:pt x="9136" y="34588"/>
                  </a:lnTo>
                  <a:lnTo>
                    <a:pt x="1405" y="25532"/>
                  </a:lnTo>
                  <a:lnTo>
                    <a:pt x="468" y="23269"/>
                  </a:lnTo>
                  <a:lnTo>
                    <a:pt x="0" y="20914"/>
                  </a:lnTo>
                  <a:lnTo>
                    <a:pt x="0" y="18465"/>
                  </a:lnTo>
                  <a:lnTo>
                    <a:pt x="0" y="16016"/>
                  </a:lnTo>
                  <a:lnTo>
                    <a:pt x="468" y="13661"/>
                  </a:lnTo>
                  <a:lnTo>
                    <a:pt x="1405" y="11399"/>
                  </a:lnTo>
                  <a:lnTo>
                    <a:pt x="2342" y="9136"/>
                  </a:lnTo>
                  <a:lnTo>
                    <a:pt x="11399" y="1405"/>
                  </a:lnTo>
                  <a:lnTo>
                    <a:pt x="13661" y="468"/>
                  </a:lnTo>
                  <a:lnTo>
                    <a:pt x="16017" y="0"/>
                  </a:lnTo>
                  <a:lnTo>
                    <a:pt x="18466" y="0"/>
                  </a:lnTo>
                  <a:lnTo>
                    <a:pt x="20914" y="0"/>
                  </a:lnTo>
                  <a:lnTo>
                    <a:pt x="36931" y="16016"/>
                  </a:lnTo>
                  <a:lnTo>
                    <a:pt x="36931" y="18465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2482718" y="644300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20743" y="36630"/>
                  </a:moveTo>
                  <a:lnTo>
                    <a:pt x="15886" y="36630"/>
                  </a:lnTo>
                  <a:lnTo>
                    <a:pt x="13549" y="36165"/>
                  </a:lnTo>
                  <a:lnTo>
                    <a:pt x="0" y="20743"/>
                  </a:lnTo>
                  <a:lnTo>
                    <a:pt x="0" y="15886"/>
                  </a:lnTo>
                  <a:lnTo>
                    <a:pt x="15886" y="0"/>
                  </a:lnTo>
                  <a:lnTo>
                    <a:pt x="20743" y="0"/>
                  </a:lnTo>
                  <a:lnTo>
                    <a:pt x="36630" y="18315"/>
                  </a:lnTo>
                  <a:lnTo>
                    <a:pt x="36630" y="20743"/>
                  </a:lnTo>
                  <a:lnTo>
                    <a:pt x="20743" y="36630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2482718" y="6443009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36630" y="18315"/>
                  </a:moveTo>
                  <a:lnTo>
                    <a:pt x="25323" y="35236"/>
                  </a:lnTo>
                  <a:lnTo>
                    <a:pt x="23079" y="36165"/>
                  </a:lnTo>
                  <a:lnTo>
                    <a:pt x="20743" y="36630"/>
                  </a:lnTo>
                  <a:lnTo>
                    <a:pt x="18315" y="36630"/>
                  </a:lnTo>
                  <a:lnTo>
                    <a:pt x="15886" y="36630"/>
                  </a:lnTo>
                  <a:lnTo>
                    <a:pt x="13549" y="36165"/>
                  </a:lnTo>
                  <a:lnTo>
                    <a:pt x="11306" y="35236"/>
                  </a:lnTo>
                  <a:lnTo>
                    <a:pt x="9062" y="34306"/>
                  </a:lnTo>
                  <a:lnTo>
                    <a:pt x="1394" y="25324"/>
                  </a:lnTo>
                  <a:lnTo>
                    <a:pt x="464" y="23080"/>
                  </a:lnTo>
                  <a:lnTo>
                    <a:pt x="0" y="20743"/>
                  </a:lnTo>
                  <a:lnTo>
                    <a:pt x="0" y="18315"/>
                  </a:lnTo>
                  <a:lnTo>
                    <a:pt x="0" y="15886"/>
                  </a:lnTo>
                  <a:lnTo>
                    <a:pt x="464" y="13550"/>
                  </a:lnTo>
                  <a:lnTo>
                    <a:pt x="1394" y="11306"/>
                  </a:lnTo>
                  <a:lnTo>
                    <a:pt x="2323" y="9062"/>
                  </a:lnTo>
                  <a:lnTo>
                    <a:pt x="3646" y="7081"/>
                  </a:lnTo>
                  <a:lnTo>
                    <a:pt x="5364" y="5364"/>
                  </a:lnTo>
                  <a:lnTo>
                    <a:pt x="7081" y="3646"/>
                  </a:lnTo>
                  <a:lnTo>
                    <a:pt x="9062" y="2323"/>
                  </a:lnTo>
                  <a:lnTo>
                    <a:pt x="11306" y="1393"/>
                  </a:lnTo>
                  <a:lnTo>
                    <a:pt x="13549" y="464"/>
                  </a:lnTo>
                  <a:lnTo>
                    <a:pt x="15886" y="0"/>
                  </a:lnTo>
                  <a:lnTo>
                    <a:pt x="18315" y="0"/>
                  </a:lnTo>
                  <a:lnTo>
                    <a:pt x="20743" y="0"/>
                  </a:lnTo>
                  <a:lnTo>
                    <a:pt x="36630" y="15886"/>
                  </a:lnTo>
                  <a:lnTo>
                    <a:pt x="36630" y="18315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0340575" y="6979095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18363" y="32425"/>
                  </a:moveTo>
                  <a:lnTo>
                    <a:pt x="14063" y="32425"/>
                  </a:lnTo>
                  <a:lnTo>
                    <a:pt x="11994" y="32014"/>
                  </a:lnTo>
                  <a:lnTo>
                    <a:pt x="0" y="18362"/>
                  </a:lnTo>
                  <a:lnTo>
                    <a:pt x="0" y="14062"/>
                  </a:lnTo>
                  <a:lnTo>
                    <a:pt x="14063" y="0"/>
                  </a:lnTo>
                  <a:lnTo>
                    <a:pt x="18363" y="0"/>
                  </a:lnTo>
                  <a:lnTo>
                    <a:pt x="32426" y="14062"/>
                  </a:lnTo>
                  <a:lnTo>
                    <a:pt x="32426" y="16212"/>
                  </a:lnTo>
                  <a:lnTo>
                    <a:pt x="32426" y="18362"/>
                  </a:lnTo>
                  <a:lnTo>
                    <a:pt x="20431" y="32014"/>
                  </a:lnTo>
                  <a:lnTo>
                    <a:pt x="18363" y="32425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0340575" y="6979095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32426" y="16212"/>
                  </a:moveTo>
                  <a:lnTo>
                    <a:pt x="32426" y="18362"/>
                  </a:lnTo>
                  <a:lnTo>
                    <a:pt x="32014" y="20430"/>
                  </a:lnTo>
                  <a:lnTo>
                    <a:pt x="22417" y="31191"/>
                  </a:lnTo>
                  <a:lnTo>
                    <a:pt x="20431" y="32014"/>
                  </a:lnTo>
                  <a:lnTo>
                    <a:pt x="18363" y="32425"/>
                  </a:lnTo>
                  <a:lnTo>
                    <a:pt x="16213" y="32425"/>
                  </a:lnTo>
                  <a:lnTo>
                    <a:pt x="14063" y="32425"/>
                  </a:lnTo>
                  <a:lnTo>
                    <a:pt x="11994" y="32014"/>
                  </a:lnTo>
                  <a:lnTo>
                    <a:pt x="10008" y="31191"/>
                  </a:lnTo>
                  <a:lnTo>
                    <a:pt x="8022" y="30368"/>
                  </a:lnTo>
                  <a:lnTo>
                    <a:pt x="6268" y="29197"/>
                  </a:lnTo>
                  <a:lnTo>
                    <a:pt x="4748" y="27677"/>
                  </a:lnTo>
                  <a:lnTo>
                    <a:pt x="3228" y="26156"/>
                  </a:lnTo>
                  <a:lnTo>
                    <a:pt x="2056" y="24403"/>
                  </a:lnTo>
                  <a:lnTo>
                    <a:pt x="1234" y="22417"/>
                  </a:lnTo>
                  <a:lnTo>
                    <a:pt x="411" y="20430"/>
                  </a:lnTo>
                  <a:lnTo>
                    <a:pt x="0" y="18362"/>
                  </a:lnTo>
                  <a:lnTo>
                    <a:pt x="0" y="16212"/>
                  </a:lnTo>
                  <a:lnTo>
                    <a:pt x="0" y="14062"/>
                  </a:lnTo>
                  <a:lnTo>
                    <a:pt x="411" y="11994"/>
                  </a:lnTo>
                  <a:lnTo>
                    <a:pt x="1234" y="10008"/>
                  </a:lnTo>
                  <a:lnTo>
                    <a:pt x="2056" y="8021"/>
                  </a:lnTo>
                  <a:lnTo>
                    <a:pt x="3228" y="6268"/>
                  </a:lnTo>
                  <a:lnTo>
                    <a:pt x="4748" y="4748"/>
                  </a:lnTo>
                  <a:lnTo>
                    <a:pt x="6268" y="3228"/>
                  </a:lnTo>
                  <a:lnTo>
                    <a:pt x="8022" y="2056"/>
                  </a:lnTo>
                  <a:lnTo>
                    <a:pt x="10008" y="1233"/>
                  </a:lnTo>
                  <a:lnTo>
                    <a:pt x="11994" y="411"/>
                  </a:lnTo>
                  <a:lnTo>
                    <a:pt x="14063" y="0"/>
                  </a:lnTo>
                  <a:lnTo>
                    <a:pt x="16213" y="0"/>
                  </a:lnTo>
                  <a:lnTo>
                    <a:pt x="18363" y="0"/>
                  </a:lnTo>
                  <a:lnTo>
                    <a:pt x="27677" y="4748"/>
                  </a:lnTo>
                  <a:lnTo>
                    <a:pt x="29197" y="6268"/>
                  </a:lnTo>
                  <a:lnTo>
                    <a:pt x="30369" y="8021"/>
                  </a:lnTo>
                  <a:lnTo>
                    <a:pt x="31191" y="10008"/>
                  </a:lnTo>
                  <a:lnTo>
                    <a:pt x="32014" y="11994"/>
                  </a:lnTo>
                  <a:lnTo>
                    <a:pt x="32426" y="14062"/>
                  </a:lnTo>
                  <a:lnTo>
                    <a:pt x="32426" y="16212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0854845" y="533898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4">
                  <a:moveTo>
                    <a:pt x="17617" y="31109"/>
                  </a:moveTo>
                  <a:lnTo>
                    <a:pt x="13492" y="31109"/>
                  </a:lnTo>
                  <a:lnTo>
                    <a:pt x="11507" y="30714"/>
                  </a:lnTo>
                  <a:lnTo>
                    <a:pt x="0" y="17617"/>
                  </a:lnTo>
                  <a:lnTo>
                    <a:pt x="0" y="13491"/>
                  </a:lnTo>
                  <a:lnTo>
                    <a:pt x="13492" y="0"/>
                  </a:lnTo>
                  <a:lnTo>
                    <a:pt x="17617" y="0"/>
                  </a:lnTo>
                  <a:lnTo>
                    <a:pt x="31109" y="15554"/>
                  </a:lnTo>
                  <a:lnTo>
                    <a:pt x="31109" y="17617"/>
                  </a:lnTo>
                  <a:lnTo>
                    <a:pt x="17617" y="31109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0854845" y="533898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4">
                  <a:moveTo>
                    <a:pt x="31109" y="15554"/>
                  </a:moveTo>
                  <a:lnTo>
                    <a:pt x="15554" y="31109"/>
                  </a:lnTo>
                  <a:lnTo>
                    <a:pt x="13492" y="31109"/>
                  </a:lnTo>
                  <a:lnTo>
                    <a:pt x="4555" y="26553"/>
                  </a:lnTo>
                  <a:lnTo>
                    <a:pt x="3097" y="25094"/>
                  </a:lnTo>
                  <a:lnTo>
                    <a:pt x="1973" y="23412"/>
                  </a:lnTo>
                  <a:lnTo>
                    <a:pt x="1183" y="21507"/>
                  </a:lnTo>
                  <a:lnTo>
                    <a:pt x="394" y="19601"/>
                  </a:lnTo>
                  <a:lnTo>
                    <a:pt x="0" y="17617"/>
                  </a:lnTo>
                  <a:lnTo>
                    <a:pt x="0" y="15554"/>
                  </a:lnTo>
                  <a:lnTo>
                    <a:pt x="0" y="13491"/>
                  </a:lnTo>
                  <a:lnTo>
                    <a:pt x="4555" y="4555"/>
                  </a:lnTo>
                  <a:lnTo>
                    <a:pt x="6014" y="3097"/>
                  </a:lnTo>
                  <a:lnTo>
                    <a:pt x="7696" y="1973"/>
                  </a:lnTo>
                  <a:lnTo>
                    <a:pt x="9602" y="1183"/>
                  </a:lnTo>
                  <a:lnTo>
                    <a:pt x="11507" y="394"/>
                  </a:lnTo>
                  <a:lnTo>
                    <a:pt x="13492" y="0"/>
                  </a:lnTo>
                  <a:lnTo>
                    <a:pt x="15554" y="0"/>
                  </a:lnTo>
                  <a:lnTo>
                    <a:pt x="17617" y="0"/>
                  </a:lnTo>
                  <a:lnTo>
                    <a:pt x="26553" y="4555"/>
                  </a:lnTo>
                  <a:lnTo>
                    <a:pt x="28011" y="6014"/>
                  </a:lnTo>
                  <a:lnTo>
                    <a:pt x="29135" y="7696"/>
                  </a:lnTo>
                  <a:lnTo>
                    <a:pt x="29925" y="9602"/>
                  </a:lnTo>
                  <a:lnTo>
                    <a:pt x="30714" y="11507"/>
                  </a:lnTo>
                  <a:lnTo>
                    <a:pt x="31109" y="13491"/>
                  </a:lnTo>
                  <a:lnTo>
                    <a:pt x="31109" y="15554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1622080" y="6489543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16096" y="28423"/>
                  </a:moveTo>
                  <a:lnTo>
                    <a:pt x="12326" y="28423"/>
                  </a:lnTo>
                  <a:lnTo>
                    <a:pt x="10513" y="28062"/>
                  </a:lnTo>
                  <a:lnTo>
                    <a:pt x="0" y="16096"/>
                  </a:lnTo>
                  <a:lnTo>
                    <a:pt x="0" y="12326"/>
                  </a:lnTo>
                  <a:lnTo>
                    <a:pt x="12326" y="0"/>
                  </a:lnTo>
                  <a:lnTo>
                    <a:pt x="16096" y="0"/>
                  </a:lnTo>
                  <a:lnTo>
                    <a:pt x="28423" y="14211"/>
                  </a:lnTo>
                  <a:lnTo>
                    <a:pt x="28422" y="16096"/>
                  </a:lnTo>
                  <a:lnTo>
                    <a:pt x="16096" y="28423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1622080" y="6489543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8423" y="14211"/>
                  </a:moveTo>
                  <a:lnTo>
                    <a:pt x="14211" y="28423"/>
                  </a:lnTo>
                  <a:lnTo>
                    <a:pt x="12326" y="28423"/>
                  </a:lnTo>
                  <a:lnTo>
                    <a:pt x="4162" y="24260"/>
                  </a:lnTo>
                  <a:lnTo>
                    <a:pt x="2829" y="22928"/>
                  </a:lnTo>
                  <a:lnTo>
                    <a:pt x="1802" y="21391"/>
                  </a:lnTo>
                  <a:lnTo>
                    <a:pt x="1081" y="19650"/>
                  </a:lnTo>
                  <a:lnTo>
                    <a:pt x="360" y="17908"/>
                  </a:lnTo>
                  <a:lnTo>
                    <a:pt x="0" y="16096"/>
                  </a:lnTo>
                  <a:lnTo>
                    <a:pt x="0" y="14211"/>
                  </a:lnTo>
                  <a:lnTo>
                    <a:pt x="0" y="12326"/>
                  </a:lnTo>
                  <a:lnTo>
                    <a:pt x="4162" y="4162"/>
                  </a:lnTo>
                  <a:lnTo>
                    <a:pt x="5494" y="2829"/>
                  </a:lnTo>
                  <a:lnTo>
                    <a:pt x="7031" y="1802"/>
                  </a:lnTo>
                  <a:lnTo>
                    <a:pt x="8772" y="1081"/>
                  </a:lnTo>
                  <a:lnTo>
                    <a:pt x="10513" y="360"/>
                  </a:lnTo>
                  <a:lnTo>
                    <a:pt x="12326" y="0"/>
                  </a:lnTo>
                  <a:lnTo>
                    <a:pt x="14211" y="0"/>
                  </a:lnTo>
                  <a:lnTo>
                    <a:pt x="16096" y="0"/>
                  </a:lnTo>
                  <a:lnTo>
                    <a:pt x="17908" y="360"/>
                  </a:lnTo>
                  <a:lnTo>
                    <a:pt x="19649" y="1081"/>
                  </a:lnTo>
                  <a:lnTo>
                    <a:pt x="21390" y="1802"/>
                  </a:lnTo>
                  <a:lnTo>
                    <a:pt x="28422" y="12326"/>
                  </a:lnTo>
                  <a:lnTo>
                    <a:pt x="28423" y="14211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1087162" y="6400271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40" h="27939">
                  <a:moveTo>
                    <a:pt x="15721" y="27762"/>
                  </a:moveTo>
                  <a:lnTo>
                    <a:pt x="12040" y="27762"/>
                  </a:lnTo>
                  <a:lnTo>
                    <a:pt x="10269" y="27409"/>
                  </a:lnTo>
                  <a:lnTo>
                    <a:pt x="0" y="15721"/>
                  </a:lnTo>
                  <a:lnTo>
                    <a:pt x="0" y="12040"/>
                  </a:lnTo>
                  <a:lnTo>
                    <a:pt x="12040" y="0"/>
                  </a:lnTo>
                  <a:lnTo>
                    <a:pt x="15721" y="0"/>
                  </a:lnTo>
                  <a:lnTo>
                    <a:pt x="27762" y="13881"/>
                  </a:lnTo>
                  <a:lnTo>
                    <a:pt x="27762" y="15721"/>
                  </a:lnTo>
                  <a:lnTo>
                    <a:pt x="15721" y="27762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1087162" y="6400271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40" h="27939">
                  <a:moveTo>
                    <a:pt x="27762" y="13881"/>
                  </a:moveTo>
                  <a:lnTo>
                    <a:pt x="13881" y="27762"/>
                  </a:lnTo>
                  <a:lnTo>
                    <a:pt x="12040" y="27762"/>
                  </a:lnTo>
                  <a:lnTo>
                    <a:pt x="10269" y="27409"/>
                  </a:lnTo>
                  <a:lnTo>
                    <a:pt x="8568" y="26705"/>
                  </a:lnTo>
                  <a:lnTo>
                    <a:pt x="6868" y="26000"/>
                  </a:lnTo>
                  <a:lnTo>
                    <a:pt x="5367" y="24997"/>
                  </a:lnTo>
                  <a:lnTo>
                    <a:pt x="4065" y="23696"/>
                  </a:lnTo>
                  <a:lnTo>
                    <a:pt x="2763" y="22394"/>
                  </a:lnTo>
                  <a:lnTo>
                    <a:pt x="1760" y="20893"/>
                  </a:lnTo>
                  <a:lnTo>
                    <a:pt x="1056" y="19192"/>
                  </a:lnTo>
                  <a:lnTo>
                    <a:pt x="352" y="17492"/>
                  </a:lnTo>
                  <a:lnTo>
                    <a:pt x="0" y="15721"/>
                  </a:lnTo>
                  <a:lnTo>
                    <a:pt x="0" y="13881"/>
                  </a:lnTo>
                  <a:lnTo>
                    <a:pt x="0" y="12040"/>
                  </a:lnTo>
                  <a:lnTo>
                    <a:pt x="352" y="10269"/>
                  </a:lnTo>
                  <a:lnTo>
                    <a:pt x="1056" y="8568"/>
                  </a:lnTo>
                  <a:lnTo>
                    <a:pt x="1760" y="6868"/>
                  </a:lnTo>
                  <a:lnTo>
                    <a:pt x="2763" y="5367"/>
                  </a:lnTo>
                  <a:lnTo>
                    <a:pt x="4065" y="4065"/>
                  </a:lnTo>
                  <a:lnTo>
                    <a:pt x="5367" y="2763"/>
                  </a:lnTo>
                  <a:lnTo>
                    <a:pt x="6868" y="1760"/>
                  </a:lnTo>
                  <a:lnTo>
                    <a:pt x="8568" y="1056"/>
                  </a:lnTo>
                  <a:lnTo>
                    <a:pt x="10269" y="352"/>
                  </a:lnTo>
                  <a:lnTo>
                    <a:pt x="12040" y="0"/>
                  </a:lnTo>
                  <a:lnTo>
                    <a:pt x="13881" y="0"/>
                  </a:lnTo>
                  <a:lnTo>
                    <a:pt x="15721" y="0"/>
                  </a:lnTo>
                  <a:lnTo>
                    <a:pt x="27762" y="12040"/>
                  </a:lnTo>
                  <a:lnTo>
                    <a:pt x="27762" y="13881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0906784" y="6311981"/>
              <a:ext cx="26670" cy="26670"/>
            </a:xfrm>
            <a:custGeom>
              <a:avLst/>
              <a:gdLst/>
              <a:ahLst/>
              <a:cxnLst/>
              <a:rect l="l" t="t" r="r" b="b"/>
              <a:pathLst>
                <a:path w="26670" h="26670">
                  <a:moveTo>
                    <a:pt x="14837" y="26200"/>
                  </a:moveTo>
                  <a:lnTo>
                    <a:pt x="11363" y="26200"/>
                  </a:lnTo>
                  <a:lnTo>
                    <a:pt x="9692" y="25868"/>
                  </a:lnTo>
                  <a:lnTo>
                    <a:pt x="0" y="14837"/>
                  </a:lnTo>
                  <a:lnTo>
                    <a:pt x="0" y="11363"/>
                  </a:lnTo>
                  <a:lnTo>
                    <a:pt x="11363" y="0"/>
                  </a:lnTo>
                  <a:lnTo>
                    <a:pt x="14837" y="0"/>
                  </a:lnTo>
                  <a:lnTo>
                    <a:pt x="26201" y="13100"/>
                  </a:lnTo>
                  <a:lnTo>
                    <a:pt x="26201" y="14837"/>
                  </a:lnTo>
                  <a:lnTo>
                    <a:pt x="14837" y="26200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0906784" y="6311981"/>
              <a:ext cx="26670" cy="26670"/>
            </a:xfrm>
            <a:custGeom>
              <a:avLst/>
              <a:gdLst/>
              <a:ahLst/>
              <a:cxnLst/>
              <a:rect l="l" t="t" r="r" b="b"/>
              <a:pathLst>
                <a:path w="26670" h="26670">
                  <a:moveTo>
                    <a:pt x="26201" y="13100"/>
                  </a:moveTo>
                  <a:lnTo>
                    <a:pt x="26201" y="14837"/>
                  </a:lnTo>
                  <a:lnTo>
                    <a:pt x="25868" y="16508"/>
                  </a:lnTo>
                  <a:lnTo>
                    <a:pt x="25203" y="18113"/>
                  </a:lnTo>
                  <a:lnTo>
                    <a:pt x="24538" y="19718"/>
                  </a:lnTo>
                  <a:lnTo>
                    <a:pt x="18113" y="25203"/>
                  </a:lnTo>
                  <a:lnTo>
                    <a:pt x="16508" y="25868"/>
                  </a:lnTo>
                  <a:lnTo>
                    <a:pt x="14837" y="26200"/>
                  </a:lnTo>
                  <a:lnTo>
                    <a:pt x="13100" y="26201"/>
                  </a:lnTo>
                  <a:lnTo>
                    <a:pt x="11363" y="26200"/>
                  </a:lnTo>
                  <a:lnTo>
                    <a:pt x="997" y="18113"/>
                  </a:lnTo>
                  <a:lnTo>
                    <a:pt x="332" y="16508"/>
                  </a:lnTo>
                  <a:lnTo>
                    <a:pt x="0" y="14837"/>
                  </a:lnTo>
                  <a:lnTo>
                    <a:pt x="0" y="13100"/>
                  </a:lnTo>
                  <a:lnTo>
                    <a:pt x="0" y="11363"/>
                  </a:lnTo>
                  <a:lnTo>
                    <a:pt x="332" y="9691"/>
                  </a:lnTo>
                  <a:lnTo>
                    <a:pt x="997" y="8086"/>
                  </a:lnTo>
                  <a:lnTo>
                    <a:pt x="1662" y="6481"/>
                  </a:lnTo>
                  <a:lnTo>
                    <a:pt x="2608" y="5065"/>
                  </a:lnTo>
                  <a:lnTo>
                    <a:pt x="3837" y="3836"/>
                  </a:lnTo>
                  <a:lnTo>
                    <a:pt x="5065" y="2608"/>
                  </a:lnTo>
                  <a:lnTo>
                    <a:pt x="6482" y="1661"/>
                  </a:lnTo>
                  <a:lnTo>
                    <a:pt x="8087" y="997"/>
                  </a:lnTo>
                  <a:lnTo>
                    <a:pt x="9692" y="332"/>
                  </a:lnTo>
                  <a:lnTo>
                    <a:pt x="11363" y="0"/>
                  </a:lnTo>
                  <a:lnTo>
                    <a:pt x="13100" y="0"/>
                  </a:lnTo>
                  <a:lnTo>
                    <a:pt x="14837" y="0"/>
                  </a:lnTo>
                  <a:lnTo>
                    <a:pt x="22363" y="3836"/>
                  </a:lnTo>
                  <a:lnTo>
                    <a:pt x="23592" y="5065"/>
                  </a:lnTo>
                  <a:lnTo>
                    <a:pt x="24538" y="6481"/>
                  </a:lnTo>
                  <a:lnTo>
                    <a:pt x="25203" y="8086"/>
                  </a:lnTo>
                  <a:lnTo>
                    <a:pt x="25868" y="9691"/>
                  </a:lnTo>
                  <a:lnTo>
                    <a:pt x="26201" y="11363"/>
                  </a:lnTo>
                  <a:lnTo>
                    <a:pt x="26201" y="13100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1505544" y="6764639"/>
              <a:ext cx="26670" cy="26670"/>
            </a:xfrm>
            <a:custGeom>
              <a:avLst/>
              <a:gdLst/>
              <a:ahLst/>
              <a:cxnLst/>
              <a:rect l="l" t="t" r="r" b="b"/>
              <a:pathLst>
                <a:path w="26670" h="26670">
                  <a:moveTo>
                    <a:pt x="14837" y="26200"/>
                  </a:moveTo>
                  <a:lnTo>
                    <a:pt x="11363" y="26200"/>
                  </a:lnTo>
                  <a:lnTo>
                    <a:pt x="9692" y="25868"/>
                  </a:lnTo>
                  <a:lnTo>
                    <a:pt x="0" y="14837"/>
                  </a:lnTo>
                  <a:lnTo>
                    <a:pt x="0" y="11363"/>
                  </a:lnTo>
                  <a:lnTo>
                    <a:pt x="11363" y="0"/>
                  </a:lnTo>
                  <a:lnTo>
                    <a:pt x="14837" y="0"/>
                  </a:lnTo>
                  <a:lnTo>
                    <a:pt x="26201" y="13100"/>
                  </a:lnTo>
                  <a:lnTo>
                    <a:pt x="26201" y="14837"/>
                  </a:lnTo>
                  <a:lnTo>
                    <a:pt x="14837" y="26200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874266" y="6159986"/>
              <a:ext cx="364103" cy="476670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11505544" y="6764639"/>
              <a:ext cx="26670" cy="26670"/>
            </a:xfrm>
            <a:custGeom>
              <a:avLst/>
              <a:gdLst/>
              <a:ahLst/>
              <a:cxnLst/>
              <a:rect l="l" t="t" r="r" b="b"/>
              <a:pathLst>
                <a:path w="26670" h="26670">
                  <a:moveTo>
                    <a:pt x="26201" y="13100"/>
                  </a:moveTo>
                  <a:lnTo>
                    <a:pt x="18113" y="25203"/>
                  </a:lnTo>
                  <a:lnTo>
                    <a:pt x="16508" y="25868"/>
                  </a:lnTo>
                  <a:lnTo>
                    <a:pt x="14837" y="26200"/>
                  </a:lnTo>
                  <a:lnTo>
                    <a:pt x="13100" y="26201"/>
                  </a:lnTo>
                  <a:lnTo>
                    <a:pt x="11363" y="26200"/>
                  </a:lnTo>
                  <a:lnTo>
                    <a:pt x="3837" y="22363"/>
                  </a:lnTo>
                  <a:lnTo>
                    <a:pt x="2608" y="21135"/>
                  </a:lnTo>
                  <a:lnTo>
                    <a:pt x="1662" y="19718"/>
                  </a:lnTo>
                  <a:lnTo>
                    <a:pt x="997" y="18113"/>
                  </a:lnTo>
                  <a:lnTo>
                    <a:pt x="332" y="16508"/>
                  </a:lnTo>
                  <a:lnTo>
                    <a:pt x="0" y="14837"/>
                  </a:lnTo>
                  <a:lnTo>
                    <a:pt x="0" y="13100"/>
                  </a:lnTo>
                  <a:lnTo>
                    <a:pt x="0" y="11363"/>
                  </a:lnTo>
                  <a:lnTo>
                    <a:pt x="332" y="9691"/>
                  </a:lnTo>
                  <a:lnTo>
                    <a:pt x="997" y="8086"/>
                  </a:lnTo>
                  <a:lnTo>
                    <a:pt x="1662" y="6481"/>
                  </a:lnTo>
                  <a:lnTo>
                    <a:pt x="2608" y="5065"/>
                  </a:lnTo>
                  <a:lnTo>
                    <a:pt x="3837" y="3836"/>
                  </a:lnTo>
                  <a:lnTo>
                    <a:pt x="5065" y="2608"/>
                  </a:lnTo>
                  <a:lnTo>
                    <a:pt x="6482" y="1661"/>
                  </a:lnTo>
                  <a:lnTo>
                    <a:pt x="8087" y="996"/>
                  </a:lnTo>
                  <a:lnTo>
                    <a:pt x="9692" y="332"/>
                  </a:lnTo>
                  <a:lnTo>
                    <a:pt x="11363" y="0"/>
                  </a:lnTo>
                  <a:lnTo>
                    <a:pt x="13100" y="0"/>
                  </a:lnTo>
                  <a:lnTo>
                    <a:pt x="14837" y="0"/>
                  </a:lnTo>
                  <a:lnTo>
                    <a:pt x="22364" y="3837"/>
                  </a:lnTo>
                  <a:lnTo>
                    <a:pt x="23592" y="5065"/>
                  </a:lnTo>
                  <a:lnTo>
                    <a:pt x="24538" y="6482"/>
                  </a:lnTo>
                  <a:lnTo>
                    <a:pt x="25203" y="8087"/>
                  </a:lnTo>
                  <a:lnTo>
                    <a:pt x="25868" y="9692"/>
                  </a:lnTo>
                  <a:lnTo>
                    <a:pt x="26201" y="11363"/>
                  </a:lnTo>
                  <a:lnTo>
                    <a:pt x="26201" y="13100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11882952" y="679127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4280" y="25216"/>
                  </a:moveTo>
                  <a:lnTo>
                    <a:pt x="10936" y="25216"/>
                  </a:lnTo>
                  <a:lnTo>
                    <a:pt x="9327" y="24896"/>
                  </a:lnTo>
                  <a:lnTo>
                    <a:pt x="0" y="14280"/>
                  </a:lnTo>
                  <a:lnTo>
                    <a:pt x="0" y="10936"/>
                  </a:lnTo>
                  <a:lnTo>
                    <a:pt x="10936" y="0"/>
                  </a:lnTo>
                  <a:lnTo>
                    <a:pt x="14280" y="0"/>
                  </a:lnTo>
                  <a:lnTo>
                    <a:pt x="25216" y="12608"/>
                  </a:lnTo>
                  <a:lnTo>
                    <a:pt x="25216" y="14280"/>
                  </a:lnTo>
                  <a:lnTo>
                    <a:pt x="14280" y="25216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1882952" y="679127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216" y="12608"/>
                  </a:moveTo>
                  <a:lnTo>
                    <a:pt x="17432" y="24256"/>
                  </a:lnTo>
                  <a:lnTo>
                    <a:pt x="15888" y="24896"/>
                  </a:lnTo>
                  <a:lnTo>
                    <a:pt x="14280" y="25216"/>
                  </a:lnTo>
                  <a:lnTo>
                    <a:pt x="12608" y="25216"/>
                  </a:lnTo>
                  <a:lnTo>
                    <a:pt x="10936" y="25216"/>
                  </a:lnTo>
                  <a:lnTo>
                    <a:pt x="3692" y="21523"/>
                  </a:lnTo>
                  <a:lnTo>
                    <a:pt x="2510" y="20341"/>
                  </a:lnTo>
                  <a:lnTo>
                    <a:pt x="1598" y="18977"/>
                  </a:lnTo>
                  <a:lnTo>
                    <a:pt x="959" y="17432"/>
                  </a:lnTo>
                  <a:lnTo>
                    <a:pt x="319" y="15888"/>
                  </a:lnTo>
                  <a:lnTo>
                    <a:pt x="0" y="14280"/>
                  </a:lnTo>
                  <a:lnTo>
                    <a:pt x="0" y="12608"/>
                  </a:lnTo>
                  <a:lnTo>
                    <a:pt x="0" y="10936"/>
                  </a:lnTo>
                  <a:lnTo>
                    <a:pt x="320" y="9327"/>
                  </a:lnTo>
                  <a:lnTo>
                    <a:pt x="959" y="7783"/>
                  </a:lnTo>
                  <a:lnTo>
                    <a:pt x="1599" y="6238"/>
                  </a:lnTo>
                  <a:lnTo>
                    <a:pt x="2510" y="4874"/>
                  </a:lnTo>
                  <a:lnTo>
                    <a:pt x="3692" y="3692"/>
                  </a:lnTo>
                  <a:lnTo>
                    <a:pt x="4874" y="2510"/>
                  </a:lnTo>
                  <a:lnTo>
                    <a:pt x="6238" y="1599"/>
                  </a:lnTo>
                  <a:lnTo>
                    <a:pt x="7783" y="959"/>
                  </a:lnTo>
                  <a:lnTo>
                    <a:pt x="9327" y="319"/>
                  </a:lnTo>
                  <a:lnTo>
                    <a:pt x="10936" y="0"/>
                  </a:lnTo>
                  <a:lnTo>
                    <a:pt x="12608" y="0"/>
                  </a:lnTo>
                  <a:lnTo>
                    <a:pt x="14280" y="0"/>
                  </a:lnTo>
                  <a:lnTo>
                    <a:pt x="25216" y="10936"/>
                  </a:lnTo>
                  <a:lnTo>
                    <a:pt x="25216" y="12608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1337736" y="683441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4280" y="25216"/>
                  </a:moveTo>
                  <a:lnTo>
                    <a:pt x="10936" y="25216"/>
                  </a:lnTo>
                  <a:lnTo>
                    <a:pt x="9327" y="24896"/>
                  </a:lnTo>
                  <a:lnTo>
                    <a:pt x="0" y="14280"/>
                  </a:lnTo>
                  <a:lnTo>
                    <a:pt x="0" y="10936"/>
                  </a:lnTo>
                  <a:lnTo>
                    <a:pt x="10936" y="0"/>
                  </a:lnTo>
                  <a:lnTo>
                    <a:pt x="14280" y="0"/>
                  </a:lnTo>
                  <a:lnTo>
                    <a:pt x="25216" y="12608"/>
                  </a:lnTo>
                  <a:lnTo>
                    <a:pt x="25216" y="14280"/>
                  </a:lnTo>
                  <a:lnTo>
                    <a:pt x="14280" y="25216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11337736" y="683441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216" y="12608"/>
                  </a:moveTo>
                  <a:lnTo>
                    <a:pt x="17433" y="24256"/>
                  </a:lnTo>
                  <a:lnTo>
                    <a:pt x="15888" y="24896"/>
                  </a:lnTo>
                  <a:lnTo>
                    <a:pt x="14280" y="25216"/>
                  </a:lnTo>
                  <a:lnTo>
                    <a:pt x="12608" y="25216"/>
                  </a:lnTo>
                  <a:lnTo>
                    <a:pt x="10936" y="25216"/>
                  </a:lnTo>
                  <a:lnTo>
                    <a:pt x="3692" y="21523"/>
                  </a:lnTo>
                  <a:lnTo>
                    <a:pt x="2510" y="20341"/>
                  </a:lnTo>
                  <a:lnTo>
                    <a:pt x="1599" y="18977"/>
                  </a:lnTo>
                  <a:lnTo>
                    <a:pt x="959" y="17433"/>
                  </a:lnTo>
                  <a:lnTo>
                    <a:pt x="319" y="15888"/>
                  </a:lnTo>
                  <a:lnTo>
                    <a:pt x="0" y="14280"/>
                  </a:lnTo>
                  <a:lnTo>
                    <a:pt x="0" y="12608"/>
                  </a:lnTo>
                  <a:lnTo>
                    <a:pt x="0" y="10936"/>
                  </a:lnTo>
                  <a:lnTo>
                    <a:pt x="3692" y="3692"/>
                  </a:lnTo>
                  <a:lnTo>
                    <a:pt x="4874" y="2510"/>
                  </a:lnTo>
                  <a:lnTo>
                    <a:pt x="6238" y="1599"/>
                  </a:lnTo>
                  <a:lnTo>
                    <a:pt x="7783" y="959"/>
                  </a:lnTo>
                  <a:lnTo>
                    <a:pt x="9327" y="319"/>
                  </a:lnTo>
                  <a:lnTo>
                    <a:pt x="10936" y="0"/>
                  </a:lnTo>
                  <a:lnTo>
                    <a:pt x="12608" y="0"/>
                  </a:lnTo>
                  <a:lnTo>
                    <a:pt x="14280" y="0"/>
                  </a:lnTo>
                  <a:lnTo>
                    <a:pt x="24256" y="7783"/>
                  </a:lnTo>
                  <a:lnTo>
                    <a:pt x="24896" y="9327"/>
                  </a:lnTo>
                  <a:lnTo>
                    <a:pt x="25216" y="10936"/>
                  </a:lnTo>
                  <a:lnTo>
                    <a:pt x="25216" y="12608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1341710" y="6673390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15271" y="23933"/>
                  </a:moveTo>
                  <a:lnTo>
                    <a:pt x="8662" y="23933"/>
                  </a:lnTo>
                  <a:lnTo>
                    <a:pt x="5841" y="22765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lnTo>
                    <a:pt x="23933" y="15271"/>
                  </a:lnTo>
                  <a:lnTo>
                    <a:pt x="22765" y="18091"/>
                  </a:lnTo>
                  <a:lnTo>
                    <a:pt x="18091" y="22765"/>
                  </a:lnTo>
                  <a:lnTo>
                    <a:pt x="15271" y="23933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1341710" y="6673390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23933" y="11966"/>
                  </a:moveTo>
                  <a:lnTo>
                    <a:pt x="23933" y="15271"/>
                  </a:lnTo>
                  <a:lnTo>
                    <a:pt x="22765" y="18091"/>
                  </a:lnTo>
                  <a:lnTo>
                    <a:pt x="20428" y="20428"/>
                  </a:lnTo>
                  <a:lnTo>
                    <a:pt x="18091" y="22765"/>
                  </a:lnTo>
                  <a:lnTo>
                    <a:pt x="15271" y="23933"/>
                  </a:lnTo>
                  <a:lnTo>
                    <a:pt x="11966" y="23933"/>
                  </a:lnTo>
                  <a:lnTo>
                    <a:pt x="8662" y="23933"/>
                  </a:lnTo>
                  <a:lnTo>
                    <a:pt x="5841" y="22765"/>
                  </a:lnTo>
                  <a:lnTo>
                    <a:pt x="3505" y="20428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11966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3505" y="3504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1966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0428" y="3504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0226057" y="6048655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15271" y="23933"/>
                  </a:moveTo>
                  <a:lnTo>
                    <a:pt x="8662" y="23933"/>
                  </a:lnTo>
                  <a:lnTo>
                    <a:pt x="5841" y="22765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lnTo>
                    <a:pt x="23933" y="15271"/>
                  </a:lnTo>
                  <a:lnTo>
                    <a:pt x="22765" y="18091"/>
                  </a:lnTo>
                  <a:lnTo>
                    <a:pt x="18091" y="22765"/>
                  </a:lnTo>
                  <a:lnTo>
                    <a:pt x="15271" y="23933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0226057" y="6048655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23933" y="11966"/>
                  </a:moveTo>
                  <a:lnTo>
                    <a:pt x="11966" y="23933"/>
                  </a:lnTo>
                  <a:lnTo>
                    <a:pt x="8662" y="23933"/>
                  </a:lnTo>
                  <a:lnTo>
                    <a:pt x="5841" y="22765"/>
                  </a:lnTo>
                  <a:lnTo>
                    <a:pt x="3504" y="20428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11966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3504" y="3504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1966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0428" y="3504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11436859" y="6834095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15271" y="23933"/>
                  </a:moveTo>
                  <a:lnTo>
                    <a:pt x="8662" y="23933"/>
                  </a:lnTo>
                  <a:lnTo>
                    <a:pt x="5841" y="22764"/>
                  </a:lnTo>
                  <a:lnTo>
                    <a:pt x="1168" y="18091"/>
                  </a:lnTo>
                  <a:lnTo>
                    <a:pt x="0" y="15270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lnTo>
                    <a:pt x="23933" y="15270"/>
                  </a:lnTo>
                  <a:lnTo>
                    <a:pt x="22765" y="18091"/>
                  </a:lnTo>
                  <a:lnTo>
                    <a:pt x="18091" y="22764"/>
                  </a:lnTo>
                  <a:lnTo>
                    <a:pt x="15271" y="23933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11436859" y="6834095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23933" y="11966"/>
                  </a:moveTo>
                  <a:lnTo>
                    <a:pt x="23933" y="15270"/>
                  </a:lnTo>
                  <a:lnTo>
                    <a:pt x="22765" y="18091"/>
                  </a:lnTo>
                  <a:lnTo>
                    <a:pt x="20428" y="20428"/>
                  </a:lnTo>
                  <a:lnTo>
                    <a:pt x="18091" y="22764"/>
                  </a:lnTo>
                  <a:lnTo>
                    <a:pt x="15271" y="23933"/>
                  </a:lnTo>
                  <a:lnTo>
                    <a:pt x="11966" y="23933"/>
                  </a:lnTo>
                  <a:lnTo>
                    <a:pt x="8662" y="23933"/>
                  </a:lnTo>
                  <a:lnTo>
                    <a:pt x="5841" y="22764"/>
                  </a:lnTo>
                  <a:lnTo>
                    <a:pt x="3505" y="20428"/>
                  </a:lnTo>
                  <a:lnTo>
                    <a:pt x="1168" y="18091"/>
                  </a:lnTo>
                  <a:lnTo>
                    <a:pt x="0" y="15270"/>
                  </a:lnTo>
                  <a:lnTo>
                    <a:pt x="0" y="11966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3505" y="3504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1966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0428" y="3504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11080840" y="6346519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15271" y="23933"/>
                  </a:moveTo>
                  <a:lnTo>
                    <a:pt x="8662" y="23933"/>
                  </a:lnTo>
                  <a:lnTo>
                    <a:pt x="5841" y="22765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lnTo>
                    <a:pt x="23933" y="15271"/>
                  </a:lnTo>
                  <a:lnTo>
                    <a:pt x="22765" y="18091"/>
                  </a:lnTo>
                  <a:lnTo>
                    <a:pt x="18091" y="22765"/>
                  </a:lnTo>
                  <a:lnTo>
                    <a:pt x="15271" y="23933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11080840" y="6346519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23933" y="11966"/>
                  </a:moveTo>
                  <a:lnTo>
                    <a:pt x="11966" y="23933"/>
                  </a:lnTo>
                  <a:lnTo>
                    <a:pt x="8662" y="23933"/>
                  </a:lnTo>
                  <a:lnTo>
                    <a:pt x="5841" y="22765"/>
                  </a:lnTo>
                  <a:lnTo>
                    <a:pt x="3504" y="20428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11966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3504" y="3504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1966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0428" y="3504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11281895" y="6448771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15271" y="23933"/>
                  </a:moveTo>
                  <a:lnTo>
                    <a:pt x="8662" y="23933"/>
                  </a:lnTo>
                  <a:lnTo>
                    <a:pt x="5841" y="22764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lnTo>
                    <a:pt x="23933" y="15271"/>
                  </a:lnTo>
                  <a:lnTo>
                    <a:pt x="22765" y="18091"/>
                  </a:lnTo>
                  <a:lnTo>
                    <a:pt x="18091" y="22764"/>
                  </a:lnTo>
                  <a:lnTo>
                    <a:pt x="15271" y="23933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11281895" y="6448771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23933" y="11966"/>
                  </a:moveTo>
                  <a:lnTo>
                    <a:pt x="11966" y="23933"/>
                  </a:lnTo>
                  <a:lnTo>
                    <a:pt x="8662" y="23933"/>
                  </a:lnTo>
                  <a:lnTo>
                    <a:pt x="5841" y="22764"/>
                  </a:lnTo>
                  <a:lnTo>
                    <a:pt x="3504" y="20428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11966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3504" y="3504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1966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0428" y="3504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11627314" y="6372251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15271" y="23933"/>
                  </a:moveTo>
                  <a:lnTo>
                    <a:pt x="8662" y="23933"/>
                  </a:lnTo>
                  <a:lnTo>
                    <a:pt x="5841" y="22765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lnTo>
                    <a:pt x="23933" y="15271"/>
                  </a:lnTo>
                  <a:lnTo>
                    <a:pt x="22765" y="18091"/>
                  </a:lnTo>
                  <a:lnTo>
                    <a:pt x="18091" y="22765"/>
                  </a:lnTo>
                  <a:lnTo>
                    <a:pt x="15271" y="23933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11627314" y="6372251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23933" y="11966"/>
                  </a:moveTo>
                  <a:lnTo>
                    <a:pt x="23933" y="15271"/>
                  </a:lnTo>
                  <a:lnTo>
                    <a:pt x="22765" y="18091"/>
                  </a:lnTo>
                  <a:lnTo>
                    <a:pt x="20428" y="20428"/>
                  </a:lnTo>
                  <a:lnTo>
                    <a:pt x="18091" y="22765"/>
                  </a:lnTo>
                  <a:lnTo>
                    <a:pt x="15271" y="23933"/>
                  </a:lnTo>
                  <a:lnTo>
                    <a:pt x="11966" y="23933"/>
                  </a:lnTo>
                  <a:lnTo>
                    <a:pt x="8662" y="23933"/>
                  </a:lnTo>
                  <a:lnTo>
                    <a:pt x="5841" y="22765"/>
                  </a:lnTo>
                  <a:lnTo>
                    <a:pt x="3505" y="20428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11966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3505" y="3504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1966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0428" y="3504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2008328" y="5766117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15271" y="23933"/>
                  </a:moveTo>
                  <a:lnTo>
                    <a:pt x="8662" y="23933"/>
                  </a:lnTo>
                  <a:lnTo>
                    <a:pt x="5841" y="22765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lnTo>
                    <a:pt x="23933" y="15271"/>
                  </a:lnTo>
                  <a:lnTo>
                    <a:pt x="22765" y="18091"/>
                  </a:lnTo>
                  <a:lnTo>
                    <a:pt x="18091" y="22765"/>
                  </a:lnTo>
                  <a:lnTo>
                    <a:pt x="15271" y="23933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2008328" y="5766117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23933" y="11966"/>
                  </a:moveTo>
                  <a:lnTo>
                    <a:pt x="23933" y="15271"/>
                  </a:lnTo>
                  <a:lnTo>
                    <a:pt x="22765" y="18091"/>
                  </a:lnTo>
                  <a:lnTo>
                    <a:pt x="20428" y="20428"/>
                  </a:lnTo>
                  <a:lnTo>
                    <a:pt x="18091" y="22765"/>
                  </a:lnTo>
                  <a:lnTo>
                    <a:pt x="15271" y="23933"/>
                  </a:lnTo>
                  <a:lnTo>
                    <a:pt x="11966" y="23933"/>
                  </a:lnTo>
                  <a:lnTo>
                    <a:pt x="8662" y="23933"/>
                  </a:lnTo>
                  <a:lnTo>
                    <a:pt x="5841" y="22765"/>
                  </a:lnTo>
                  <a:lnTo>
                    <a:pt x="3505" y="20428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11966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3505" y="3504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1966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0428" y="3504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1563348" y="6692699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15271" y="23933"/>
                  </a:moveTo>
                  <a:lnTo>
                    <a:pt x="8662" y="23933"/>
                  </a:lnTo>
                  <a:lnTo>
                    <a:pt x="5841" y="22765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lnTo>
                    <a:pt x="23933" y="15271"/>
                  </a:lnTo>
                  <a:lnTo>
                    <a:pt x="22765" y="18091"/>
                  </a:lnTo>
                  <a:lnTo>
                    <a:pt x="18091" y="22765"/>
                  </a:lnTo>
                  <a:lnTo>
                    <a:pt x="15271" y="23933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11563348" y="6692699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23933" y="11966"/>
                  </a:moveTo>
                  <a:lnTo>
                    <a:pt x="11967" y="23933"/>
                  </a:lnTo>
                  <a:lnTo>
                    <a:pt x="8662" y="23933"/>
                  </a:lnTo>
                  <a:lnTo>
                    <a:pt x="5841" y="22765"/>
                  </a:lnTo>
                  <a:lnTo>
                    <a:pt x="3505" y="20428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11966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3505" y="3504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1967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0428" y="3504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12510528" y="5791692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15271" y="23933"/>
                  </a:moveTo>
                  <a:lnTo>
                    <a:pt x="8662" y="23933"/>
                  </a:lnTo>
                  <a:lnTo>
                    <a:pt x="5841" y="22765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lnTo>
                    <a:pt x="23933" y="15271"/>
                  </a:lnTo>
                  <a:lnTo>
                    <a:pt x="22765" y="18091"/>
                  </a:lnTo>
                  <a:lnTo>
                    <a:pt x="18091" y="22765"/>
                  </a:lnTo>
                  <a:lnTo>
                    <a:pt x="15271" y="23933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12510528" y="5791692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23933" y="11966"/>
                  </a:moveTo>
                  <a:lnTo>
                    <a:pt x="23933" y="15271"/>
                  </a:lnTo>
                  <a:lnTo>
                    <a:pt x="22765" y="18091"/>
                  </a:lnTo>
                  <a:lnTo>
                    <a:pt x="20428" y="20428"/>
                  </a:lnTo>
                  <a:lnTo>
                    <a:pt x="18091" y="22765"/>
                  </a:lnTo>
                  <a:lnTo>
                    <a:pt x="15271" y="23933"/>
                  </a:lnTo>
                  <a:lnTo>
                    <a:pt x="11966" y="23933"/>
                  </a:lnTo>
                  <a:lnTo>
                    <a:pt x="8662" y="23933"/>
                  </a:lnTo>
                  <a:lnTo>
                    <a:pt x="5841" y="22765"/>
                  </a:lnTo>
                  <a:lnTo>
                    <a:pt x="3505" y="20428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11966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3505" y="3504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1966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0428" y="3504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11576682" y="6777895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15271" y="23933"/>
                  </a:moveTo>
                  <a:lnTo>
                    <a:pt x="8662" y="23933"/>
                  </a:lnTo>
                  <a:lnTo>
                    <a:pt x="5841" y="22765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lnTo>
                    <a:pt x="23933" y="15271"/>
                  </a:lnTo>
                  <a:lnTo>
                    <a:pt x="22765" y="18091"/>
                  </a:lnTo>
                  <a:lnTo>
                    <a:pt x="18091" y="22765"/>
                  </a:lnTo>
                  <a:lnTo>
                    <a:pt x="15271" y="23933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11576682" y="6777895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23933" y="11966"/>
                  </a:moveTo>
                  <a:lnTo>
                    <a:pt x="11967" y="23933"/>
                  </a:lnTo>
                  <a:lnTo>
                    <a:pt x="8662" y="23933"/>
                  </a:lnTo>
                  <a:lnTo>
                    <a:pt x="5841" y="22765"/>
                  </a:lnTo>
                  <a:lnTo>
                    <a:pt x="3505" y="20428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11966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3505" y="3505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1967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0428" y="3505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0315707" y="6836283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15271" y="23933"/>
                  </a:moveTo>
                  <a:lnTo>
                    <a:pt x="8662" y="23933"/>
                  </a:lnTo>
                  <a:lnTo>
                    <a:pt x="5841" y="22764"/>
                  </a:lnTo>
                  <a:lnTo>
                    <a:pt x="1168" y="18091"/>
                  </a:lnTo>
                  <a:lnTo>
                    <a:pt x="0" y="15270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lnTo>
                    <a:pt x="23933" y="15270"/>
                  </a:lnTo>
                  <a:lnTo>
                    <a:pt x="22765" y="18091"/>
                  </a:lnTo>
                  <a:lnTo>
                    <a:pt x="18091" y="22764"/>
                  </a:lnTo>
                  <a:lnTo>
                    <a:pt x="15271" y="23933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10315707" y="6836283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23933" y="11966"/>
                  </a:moveTo>
                  <a:lnTo>
                    <a:pt x="11966" y="23933"/>
                  </a:lnTo>
                  <a:lnTo>
                    <a:pt x="8662" y="23933"/>
                  </a:lnTo>
                  <a:lnTo>
                    <a:pt x="5841" y="22764"/>
                  </a:lnTo>
                  <a:lnTo>
                    <a:pt x="3505" y="20428"/>
                  </a:lnTo>
                  <a:lnTo>
                    <a:pt x="1168" y="18091"/>
                  </a:lnTo>
                  <a:lnTo>
                    <a:pt x="0" y="15270"/>
                  </a:lnTo>
                  <a:lnTo>
                    <a:pt x="0" y="11966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3505" y="3504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1966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0428" y="3504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11768624" y="6397564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15271" y="23933"/>
                  </a:moveTo>
                  <a:lnTo>
                    <a:pt x="8661" y="23933"/>
                  </a:lnTo>
                  <a:lnTo>
                    <a:pt x="5841" y="22764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5841" y="1168"/>
                  </a:lnTo>
                  <a:lnTo>
                    <a:pt x="8661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2764" y="5841"/>
                  </a:lnTo>
                  <a:lnTo>
                    <a:pt x="23933" y="8662"/>
                  </a:lnTo>
                  <a:lnTo>
                    <a:pt x="23933" y="11966"/>
                  </a:lnTo>
                  <a:lnTo>
                    <a:pt x="23933" y="15271"/>
                  </a:lnTo>
                  <a:lnTo>
                    <a:pt x="22764" y="18091"/>
                  </a:lnTo>
                  <a:lnTo>
                    <a:pt x="18091" y="22764"/>
                  </a:lnTo>
                  <a:lnTo>
                    <a:pt x="15271" y="23933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11768624" y="6397564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23933" y="11966"/>
                  </a:moveTo>
                  <a:lnTo>
                    <a:pt x="11966" y="23933"/>
                  </a:lnTo>
                  <a:lnTo>
                    <a:pt x="8661" y="23933"/>
                  </a:lnTo>
                  <a:lnTo>
                    <a:pt x="5841" y="22764"/>
                  </a:lnTo>
                  <a:lnTo>
                    <a:pt x="3504" y="20428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11966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3504" y="3504"/>
                  </a:lnTo>
                  <a:lnTo>
                    <a:pt x="5841" y="1168"/>
                  </a:lnTo>
                  <a:lnTo>
                    <a:pt x="8661" y="0"/>
                  </a:lnTo>
                  <a:lnTo>
                    <a:pt x="11966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0428" y="3504"/>
                  </a:lnTo>
                  <a:lnTo>
                    <a:pt x="22764" y="5841"/>
                  </a:lnTo>
                  <a:lnTo>
                    <a:pt x="23933" y="8662"/>
                  </a:lnTo>
                  <a:lnTo>
                    <a:pt x="23933" y="11966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12197110" y="6408674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15271" y="23933"/>
                  </a:moveTo>
                  <a:lnTo>
                    <a:pt x="8662" y="23933"/>
                  </a:lnTo>
                  <a:lnTo>
                    <a:pt x="5841" y="22765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lnTo>
                    <a:pt x="23933" y="15271"/>
                  </a:lnTo>
                  <a:lnTo>
                    <a:pt x="22765" y="18091"/>
                  </a:lnTo>
                  <a:lnTo>
                    <a:pt x="18091" y="22765"/>
                  </a:lnTo>
                  <a:lnTo>
                    <a:pt x="15271" y="23933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12197110" y="6408674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23933" y="11966"/>
                  </a:moveTo>
                  <a:lnTo>
                    <a:pt x="23933" y="15271"/>
                  </a:lnTo>
                  <a:lnTo>
                    <a:pt x="22765" y="18091"/>
                  </a:lnTo>
                  <a:lnTo>
                    <a:pt x="20428" y="20428"/>
                  </a:lnTo>
                  <a:lnTo>
                    <a:pt x="18091" y="22765"/>
                  </a:lnTo>
                  <a:lnTo>
                    <a:pt x="15271" y="23933"/>
                  </a:lnTo>
                  <a:lnTo>
                    <a:pt x="11967" y="23933"/>
                  </a:lnTo>
                  <a:lnTo>
                    <a:pt x="8662" y="23933"/>
                  </a:lnTo>
                  <a:lnTo>
                    <a:pt x="5841" y="22765"/>
                  </a:lnTo>
                  <a:lnTo>
                    <a:pt x="3505" y="20428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11966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3505" y="3505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1967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0428" y="3505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11503222" y="6311584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15271" y="23933"/>
                  </a:moveTo>
                  <a:lnTo>
                    <a:pt x="8662" y="23933"/>
                  </a:lnTo>
                  <a:lnTo>
                    <a:pt x="5841" y="22765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lnTo>
                    <a:pt x="23933" y="15271"/>
                  </a:lnTo>
                  <a:lnTo>
                    <a:pt x="22765" y="18091"/>
                  </a:lnTo>
                  <a:lnTo>
                    <a:pt x="18091" y="22765"/>
                  </a:lnTo>
                  <a:lnTo>
                    <a:pt x="15271" y="23933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1503222" y="6311584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23933" y="11966"/>
                  </a:moveTo>
                  <a:lnTo>
                    <a:pt x="23933" y="15271"/>
                  </a:lnTo>
                  <a:lnTo>
                    <a:pt x="22765" y="18091"/>
                  </a:lnTo>
                  <a:lnTo>
                    <a:pt x="20428" y="20428"/>
                  </a:lnTo>
                  <a:lnTo>
                    <a:pt x="18091" y="22765"/>
                  </a:lnTo>
                  <a:lnTo>
                    <a:pt x="15271" y="23933"/>
                  </a:lnTo>
                  <a:lnTo>
                    <a:pt x="11967" y="23933"/>
                  </a:lnTo>
                  <a:lnTo>
                    <a:pt x="8662" y="23933"/>
                  </a:lnTo>
                  <a:lnTo>
                    <a:pt x="5841" y="22765"/>
                  </a:lnTo>
                  <a:lnTo>
                    <a:pt x="3505" y="20428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11966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3505" y="3504"/>
                  </a:lnTo>
                  <a:lnTo>
                    <a:pt x="5841" y="1168"/>
                  </a:lnTo>
                  <a:lnTo>
                    <a:pt x="8662" y="0"/>
                  </a:lnTo>
                  <a:lnTo>
                    <a:pt x="11967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0428" y="3504"/>
                  </a:lnTo>
                  <a:lnTo>
                    <a:pt x="22765" y="5841"/>
                  </a:lnTo>
                  <a:lnTo>
                    <a:pt x="23933" y="8662"/>
                  </a:lnTo>
                  <a:lnTo>
                    <a:pt x="23933" y="11966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11540136" y="6490549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15271" y="23933"/>
                  </a:moveTo>
                  <a:lnTo>
                    <a:pt x="8661" y="23933"/>
                  </a:lnTo>
                  <a:lnTo>
                    <a:pt x="5841" y="22765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5841" y="1168"/>
                  </a:lnTo>
                  <a:lnTo>
                    <a:pt x="8661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2764" y="5841"/>
                  </a:lnTo>
                  <a:lnTo>
                    <a:pt x="23933" y="8662"/>
                  </a:lnTo>
                  <a:lnTo>
                    <a:pt x="23933" y="11966"/>
                  </a:lnTo>
                  <a:lnTo>
                    <a:pt x="23933" y="15271"/>
                  </a:lnTo>
                  <a:lnTo>
                    <a:pt x="22764" y="18091"/>
                  </a:lnTo>
                  <a:lnTo>
                    <a:pt x="18091" y="22765"/>
                  </a:lnTo>
                  <a:lnTo>
                    <a:pt x="15271" y="23933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11540136" y="6490549"/>
              <a:ext cx="24130" cy="24130"/>
            </a:xfrm>
            <a:custGeom>
              <a:avLst/>
              <a:gdLst/>
              <a:ahLst/>
              <a:cxnLst/>
              <a:rect l="l" t="t" r="r" b="b"/>
              <a:pathLst>
                <a:path w="24129" h="24129">
                  <a:moveTo>
                    <a:pt x="23933" y="11966"/>
                  </a:moveTo>
                  <a:lnTo>
                    <a:pt x="23933" y="15271"/>
                  </a:lnTo>
                  <a:lnTo>
                    <a:pt x="22764" y="18091"/>
                  </a:lnTo>
                  <a:lnTo>
                    <a:pt x="20428" y="20428"/>
                  </a:lnTo>
                  <a:lnTo>
                    <a:pt x="18091" y="22765"/>
                  </a:lnTo>
                  <a:lnTo>
                    <a:pt x="15271" y="23933"/>
                  </a:lnTo>
                  <a:lnTo>
                    <a:pt x="11966" y="23933"/>
                  </a:lnTo>
                  <a:lnTo>
                    <a:pt x="8661" y="23933"/>
                  </a:lnTo>
                  <a:lnTo>
                    <a:pt x="5841" y="22765"/>
                  </a:lnTo>
                  <a:lnTo>
                    <a:pt x="3504" y="20428"/>
                  </a:lnTo>
                  <a:lnTo>
                    <a:pt x="1168" y="18091"/>
                  </a:lnTo>
                  <a:lnTo>
                    <a:pt x="0" y="15271"/>
                  </a:lnTo>
                  <a:lnTo>
                    <a:pt x="0" y="11966"/>
                  </a:lnTo>
                  <a:lnTo>
                    <a:pt x="0" y="8662"/>
                  </a:lnTo>
                  <a:lnTo>
                    <a:pt x="1168" y="5841"/>
                  </a:lnTo>
                  <a:lnTo>
                    <a:pt x="3504" y="3504"/>
                  </a:lnTo>
                  <a:lnTo>
                    <a:pt x="5841" y="1168"/>
                  </a:lnTo>
                  <a:lnTo>
                    <a:pt x="8661" y="0"/>
                  </a:lnTo>
                  <a:lnTo>
                    <a:pt x="11966" y="0"/>
                  </a:lnTo>
                  <a:lnTo>
                    <a:pt x="15271" y="0"/>
                  </a:lnTo>
                  <a:lnTo>
                    <a:pt x="18091" y="1168"/>
                  </a:lnTo>
                  <a:lnTo>
                    <a:pt x="20428" y="3504"/>
                  </a:lnTo>
                  <a:lnTo>
                    <a:pt x="22764" y="5841"/>
                  </a:lnTo>
                  <a:lnTo>
                    <a:pt x="23933" y="8662"/>
                  </a:lnTo>
                  <a:lnTo>
                    <a:pt x="23933" y="11966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7" name="object 157">
              <a:hlinkClick r:id="rId16"/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170313" y="7504533"/>
              <a:ext cx="480871" cy="79578"/>
            </a:xfrm>
            <a:prstGeom prst="rect">
              <a:avLst/>
            </a:prstGeom>
          </p:spPr>
        </p:pic>
        <p:pic>
          <p:nvPicPr>
            <p:cNvPr id="158" name="object 158">
              <a:hlinkClick r:id="rId16"/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048749" y="7490091"/>
              <a:ext cx="93442" cy="93442"/>
            </a:xfrm>
            <a:prstGeom prst="rect">
              <a:avLst/>
            </a:prstGeom>
          </p:spPr>
        </p:pic>
      </p:grpSp>
      <p:sp>
        <p:nvSpPr>
          <p:cNvPr id="159" name="object 159"/>
          <p:cNvSpPr txBox="1"/>
          <p:nvPr/>
        </p:nvSpPr>
        <p:spPr>
          <a:xfrm>
            <a:off x="11813975" y="7502525"/>
            <a:ext cx="119761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975" baseline="4273" dirty="0">
                <a:latin typeface="Arial"/>
                <a:cs typeface="Arial"/>
              </a:rPr>
              <a:t>©</a:t>
            </a:r>
            <a:r>
              <a:rPr sz="975" spc="120" baseline="4273" dirty="0">
                <a:latin typeface="Arial"/>
                <a:cs typeface="Arial"/>
              </a:rPr>
              <a:t> </a:t>
            </a:r>
            <a:r>
              <a:rPr sz="975" baseline="4273" dirty="0">
                <a:latin typeface="Arial"/>
                <a:cs typeface="Arial"/>
              </a:rPr>
              <a:t>2026</a:t>
            </a:r>
            <a:r>
              <a:rPr sz="975" spc="127" baseline="4273" dirty="0">
                <a:latin typeface="Arial"/>
                <a:cs typeface="Arial"/>
              </a:rPr>
              <a:t> </a:t>
            </a:r>
            <a:r>
              <a:rPr sz="975" spc="-135" baseline="4273" dirty="0">
                <a:latin typeface="Arial"/>
                <a:cs typeface="Arial"/>
              </a:rPr>
              <a:t>Mi</a:t>
            </a:r>
            <a:r>
              <a:rPr sz="650" spc="-9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975" spc="-135" baseline="4273" dirty="0">
                <a:latin typeface="Arial"/>
                <a:cs typeface="Arial"/>
              </a:rPr>
              <a:t>c</a:t>
            </a:r>
            <a:r>
              <a:rPr sz="650" spc="-9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975" spc="-135" baseline="4273" dirty="0">
                <a:latin typeface="Arial"/>
                <a:cs typeface="Arial"/>
              </a:rPr>
              <a:t>r</a:t>
            </a:r>
            <a:r>
              <a:rPr sz="650" spc="-9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975" spc="-135" baseline="4273" dirty="0">
                <a:latin typeface="Arial"/>
                <a:cs typeface="Arial"/>
              </a:rPr>
              <a:t>os</a:t>
            </a:r>
            <a:r>
              <a:rPr sz="650" spc="-9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975" spc="-135" baseline="4273" dirty="0">
                <a:latin typeface="Arial"/>
                <a:cs typeface="Arial"/>
              </a:rPr>
              <a:t>of</a:t>
            </a:r>
            <a:r>
              <a:rPr sz="650" spc="-9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975" spc="-135" baseline="4273" dirty="0">
                <a:latin typeface="Arial"/>
                <a:cs typeface="Arial"/>
              </a:rPr>
              <a:t>t</a:t>
            </a:r>
            <a:r>
              <a:rPr sz="650" spc="-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6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75" spc="-30" baseline="4273" dirty="0">
                <a:latin typeface="Arial"/>
                <a:cs typeface="Arial"/>
              </a:rPr>
              <a:t>Cor</a:t>
            </a:r>
            <a:r>
              <a:rPr sz="650" spc="-2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975" spc="-30" baseline="4273" dirty="0">
                <a:latin typeface="Arial"/>
                <a:cs typeface="Arial"/>
              </a:rPr>
              <a:t>por</a:t>
            </a:r>
            <a:r>
              <a:rPr sz="650" spc="-2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975" spc="-30" baseline="4273" dirty="0">
                <a:latin typeface="Arial"/>
                <a:cs typeface="Arial"/>
              </a:rPr>
              <a:t>at</a:t>
            </a:r>
            <a:r>
              <a:rPr sz="650" spc="-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975" spc="-30" baseline="4273" dirty="0">
                <a:latin typeface="Arial"/>
                <a:cs typeface="Arial"/>
              </a:rPr>
              <a:t>i</a:t>
            </a:r>
            <a:r>
              <a:rPr sz="650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975" spc="-30" baseline="4273" dirty="0">
                <a:latin typeface="Arial"/>
                <a:cs typeface="Arial"/>
              </a:rPr>
              <a:t>on</a:t>
            </a:r>
            <a:endParaRPr sz="975" baseline="4273">
              <a:latin typeface="Arial"/>
              <a:cs typeface="Arial"/>
            </a:endParaRPr>
          </a:p>
        </p:txBody>
      </p:sp>
      <p:pic>
        <p:nvPicPr>
          <p:cNvPr id="160" name="object 16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76250" y="466724"/>
            <a:ext cx="2447924" cy="13715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8600" y="228599"/>
            <a:ext cx="14287500" cy="323850"/>
            <a:chOff x="228600" y="228599"/>
            <a:chExt cx="14287500" cy="323850"/>
          </a:xfrm>
        </p:grpSpPr>
        <p:sp>
          <p:nvSpPr>
            <p:cNvPr id="3" name="object 3"/>
            <p:cNvSpPr/>
            <p:nvPr/>
          </p:nvSpPr>
          <p:spPr>
            <a:xfrm>
              <a:off x="228600" y="228599"/>
              <a:ext cx="14287500" cy="323850"/>
            </a:xfrm>
            <a:custGeom>
              <a:avLst/>
              <a:gdLst/>
              <a:ahLst/>
              <a:cxnLst/>
              <a:rect l="l" t="t" r="r" b="b"/>
              <a:pathLst>
                <a:path w="14287500" h="323850">
                  <a:moveTo>
                    <a:pt x="14287498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4287498" y="0"/>
                  </a:lnTo>
                  <a:lnTo>
                    <a:pt x="14287498" y="323849"/>
                  </a:lnTo>
                  <a:close/>
                </a:path>
              </a:pathLst>
            </a:custGeom>
            <a:solidFill>
              <a:srgbClr val="3B3A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8600" y="548639"/>
              <a:ext cx="14287500" cy="3810"/>
            </a:xfrm>
            <a:custGeom>
              <a:avLst/>
              <a:gdLst/>
              <a:ahLst/>
              <a:cxnLst/>
              <a:rect l="l" t="t" r="r" b="b"/>
              <a:pathLst>
                <a:path w="14287500" h="3809">
                  <a:moveTo>
                    <a:pt x="0" y="3809"/>
                  </a:moveTo>
                  <a:lnTo>
                    <a:pt x="14287499" y="3809"/>
                  </a:lnTo>
                  <a:lnTo>
                    <a:pt x="14287499" y="0"/>
                  </a:lnTo>
                  <a:lnTo>
                    <a:pt x="0" y="0"/>
                  </a:lnTo>
                  <a:lnTo>
                    <a:pt x="0" y="3809"/>
                  </a:lnTo>
                  <a:close/>
                </a:path>
              </a:pathLst>
            </a:custGeom>
            <a:solidFill>
              <a:srgbClr val="000000">
                <a:alpha val="109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28600" y="552449"/>
            <a:ext cx="14287500" cy="1273810"/>
            <a:chOff x="228600" y="552449"/>
            <a:chExt cx="14287500" cy="1273810"/>
          </a:xfrm>
        </p:grpSpPr>
        <p:sp>
          <p:nvSpPr>
            <p:cNvPr id="6" name="object 6"/>
            <p:cNvSpPr/>
            <p:nvPr/>
          </p:nvSpPr>
          <p:spPr>
            <a:xfrm>
              <a:off x="228600" y="1762124"/>
              <a:ext cx="14287500" cy="8255"/>
            </a:xfrm>
            <a:custGeom>
              <a:avLst/>
              <a:gdLst/>
              <a:ahLst/>
              <a:cxnLst/>
              <a:rect l="l" t="t" r="r" b="b"/>
              <a:pathLst>
                <a:path w="14287500" h="8255">
                  <a:moveTo>
                    <a:pt x="0" y="8255"/>
                  </a:moveTo>
                  <a:lnTo>
                    <a:pt x="14287499" y="8255"/>
                  </a:lnTo>
                  <a:lnTo>
                    <a:pt x="14287499" y="0"/>
                  </a:lnTo>
                  <a:lnTo>
                    <a:pt x="0" y="0"/>
                  </a:lnTo>
                  <a:lnTo>
                    <a:pt x="0" y="8255"/>
                  </a:lnTo>
                  <a:close/>
                </a:path>
              </a:pathLst>
            </a:custGeom>
            <a:solidFill>
              <a:srgbClr val="000000">
                <a:alpha val="109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8600" y="1762124"/>
              <a:ext cx="14287500" cy="64135"/>
            </a:xfrm>
            <a:custGeom>
              <a:avLst/>
              <a:gdLst/>
              <a:ahLst/>
              <a:cxnLst/>
              <a:rect l="l" t="t" r="r" b="b"/>
              <a:pathLst>
                <a:path w="14287500" h="64135">
                  <a:moveTo>
                    <a:pt x="0" y="64135"/>
                  </a:moveTo>
                  <a:lnTo>
                    <a:pt x="14287499" y="64135"/>
                  </a:lnTo>
                  <a:lnTo>
                    <a:pt x="14287499" y="0"/>
                  </a:lnTo>
                  <a:lnTo>
                    <a:pt x="0" y="0"/>
                  </a:lnTo>
                  <a:lnTo>
                    <a:pt x="0" y="64135"/>
                  </a:lnTo>
                  <a:close/>
                </a:path>
              </a:pathLst>
            </a:custGeom>
            <a:solidFill>
              <a:srgbClr val="000000">
                <a:alpha val="129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8600" y="552449"/>
              <a:ext cx="14287500" cy="1209675"/>
            </a:xfrm>
            <a:custGeom>
              <a:avLst/>
              <a:gdLst/>
              <a:ahLst/>
              <a:cxnLst/>
              <a:rect l="l" t="t" r="r" b="b"/>
              <a:pathLst>
                <a:path w="14287500" h="1209675">
                  <a:moveTo>
                    <a:pt x="14287498" y="1209674"/>
                  </a:moveTo>
                  <a:lnTo>
                    <a:pt x="0" y="1209674"/>
                  </a:lnTo>
                  <a:lnTo>
                    <a:pt x="0" y="0"/>
                  </a:lnTo>
                  <a:lnTo>
                    <a:pt x="14287498" y="0"/>
                  </a:lnTo>
                  <a:lnTo>
                    <a:pt x="14287498" y="1209674"/>
                  </a:lnTo>
                  <a:close/>
                </a:path>
              </a:pathLst>
            </a:custGeom>
            <a:solidFill>
              <a:srgbClr val="F2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92943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28600" y="228599"/>
            <a:ext cx="14287500" cy="8572500"/>
            <a:chOff x="228600" y="228599"/>
            <a:chExt cx="14287500" cy="8572500"/>
          </a:xfrm>
        </p:grpSpPr>
        <p:sp>
          <p:nvSpPr>
            <p:cNvPr id="11" name="object 11"/>
            <p:cNvSpPr/>
            <p:nvPr/>
          </p:nvSpPr>
          <p:spPr>
            <a:xfrm>
              <a:off x="228600" y="228599"/>
              <a:ext cx="14287500" cy="8572500"/>
            </a:xfrm>
            <a:custGeom>
              <a:avLst/>
              <a:gdLst/>
              <a:ahLst/>
              <a:cxnLst/>
              <a:rect l="l" t="t" r="r" b="b"/>
              <a:pathLst>
                <a:path w="14287500" h="8572500">
                  <a:moveTo>
                    <a:pt x="14287498" y="8572499"/>
                  </a:moveTo>
                  <a:lnTo>
                    <a:pt x="0" y="8572499"/>
                  </a:lnTo>
                  <a:lnTo>
                    <a:pt x="0" y="0"/>
                  </a:lnTo>
                  <a:lnTo>
                    <a:pt x="14287498" y="0"/>
                  </a:lnTo>
                  <a:lnTo>
                    <a:pt x="14287498" y="8572499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3849" y="228599"/>
              <a:ext cx="2762250" cy="8477250"/>
            </a:xfrm>
            <a:custGeom>
              <a:avLst/>
              <a:gdLst/>
              <a:ahLst/>
              <a:cxnLst/>
              <a:rect l="l" t="t" r="r" b="b"/>
              <a:pathLst>
                <a:path w="2762250" h="8477250">
                  <a:moveTo>
                    <a:pt x="2762249" y="8477249"/>
                  </a:moveTo>
                  <a:lnTo>
                    <a:pt x="0" y="8477249"/>
                  </a:lnTo>
                  <a:lnTo>
                    <a:pt x="0" y="0"/>
                  </a:lnTo>
                  <a:lnTo>
                    <a:pt x="2762249" y="0"/>
                  </a:lnTo>
                  <a:lnTo>
                    <a:pt x="2762249" y="84772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59479" y="5202935"/>
              <a:ext cx="1884045" cy="3081655"/>
            </a:xfrm>
            <a:custGeom>
              <a:avLst/>
              <a:gdLst/>
              <a:ahLst/>
              <a:cxnLst/>
              <a:rect l="l" t="t" r="r" b="b"/>
              <a:pathLst>
                <a:path w="1884045" h="3081654">
                  <a:moveTo>
                    <a:pt x="1883663" y="3081527"/>
                  </a:moveTo>
                  <a:lnTo>
                    <a:pt x="0" y="3081527"/>
                  </a:lnTo>
                  <a:lnTo>
                    <a:pt x="0" y="0"/>
                  </a:lnTo>
                  <a:lnTo>
                    <a:pt x="1883663" y="0"/>
                  </a:lnTo>
                  <a:lnTo>
                    <a:pt x="1883663" y="102488"/>
                  </a:lnTo>
                  <a:lnTo>
                    <a:pt x="302894" y="102488"/>
                  </a:lnTo>
                  <a:lnTo>
                    <a:pt x="283190" y="103440"/>
                  </a:lnTo>
                  <a:lnTo>
                    <a:pt x="244917" y="111053"/>
                  </a:lnTo>
                  <a:lnTo>
                    <a:pt x="208508" y="126133"/>
                  </a:lnTo>
                  <a:lnTo>
                    <a:pt x="176061" y="147813"/>
                  </a:lnTo>
                  <a:lnTo>
                    <a:pt x="148195" y="175680"/>
                  </a:lnTo>
                  <a:lnTo>
                    <a:pt x="126515" y="208126"/>
                  </a:lnTo>
                  <a:lnTo>
                    <a:pt x="111434" y="244535"/>
                  </a:lnTo>
                  <a:lnTo>
                    <a:pt x="103821" y="282809"/>
                  </a:lnTo>
                  <a:lnTo>
                    <a:pt x="102869" y="302513"/>
                  </a:lnTo>
                  <a:lnTo>
                    <a:pt x="102869" y="2645663"/>
                  </a:lnTo>
                  <a:lnTo>
                    <a:pt x="106676" y="2684694"/>
                  </a:lnTo>
                  <a:lnTo>
                    <a:pt x="118095" y="2722209"/>
                  </a:lnTo>
                  <a:lnTo>
                    <a:pt x="136548" y="2756812"/>
                  </a:lnTo>
                  <a:lnTo>
                    <a:pt x="161455" y="2787102"/>
                  </a:lnTo>
                  <a:lnTo>
                    <a:pt x="191746" y="2812009"/>
                  </a:lnTo>
                  <a:lnTo>
                    <a:pt x="226348" y="2830462"/>
                  </a:lnTo>
                  <a:lnTo>
                    <a:pt x="263864" y="2841881"/>
                  </a:lnTo>
                  <a:lnTo>
                    <a:pt x="302894" y="2845688"/>
                  </a:lnTo>
                  <a:lnTo>
                    <a:pt x="1883663" y="2845688"/>
                  </a:lnTo>
                  <a:lnTo>
                    <a:pt x="1883663" y="3081527"/>
                  </a:lnTo>
                  <a:close/>
                </a:path>
                <a:path w="1884045" h="3081654">
                  <a:moveTo>
                    <a:pt x="1883663" y="2845688"/>
                  </a:moveTo>
                  <a:lnTo>
                    <a:pt x="1445894" y="2845688"/>
                  </a:lnTo>
                  <a:lnTo>
                    <a:pt x="1465599" y="2844736"/>
                  </a:lnTo>
                  <a:lnTo>
                    <a:pt x="1484924" y="2841881"/>
                  </a:lnTo>
                  <a:lnTo>
                    <a:pt x="1522440" y="2830462"/>
                  </a:lnTo>
                  <a:lnTo>
                    <a:pt x="1557043" y="2812009"/>
                  </a:lnTo>
                  <a:lnTo>
                    <a:pt x="1587333" y="2787102"/>
                  </a:lnTo>
                  <a:lnTo>
                    <a:pt x="1612240" y="2756812"/>
                  </a:lnTo>
                  <a:lnTo>
                    <a:pt x="1630693" y="2722209"/>
                  </a:lnTo>
                  <a:lnTo>
                    <a:pt x="1642113" y="2684694"/>
                  </a:lnTo>
                  <a:lnTo>
                    <a:pt x="1645919" y="2645663"/>
                  </a:lnTo>
                  <a:lnTo>
                    <a:pt x="1645919" y="302513"/>
                  </a:lnTo>
                  <a:lnTo>
                    <a:pt x="1642112" y="263482"/>
                  </a:lnTo>
                  <a:lnTo>
                    <a:pt x="1630693" y="225966"/>
                  </a:lnTo>
                  <a:lnTo>
                    <a:pt x="1612240" y="191364"/>
                  </a:lnTo>
                  <a:lnTo>
                    <a:pt x="1587333" y="161074"/>
                  </a:lnTo>
                  <a:lnTo>
                    <a:pt x="1557043" y="136167"/>
                  </a:lnTo>
                  <a:lnTo>
                    <a:pt x="1522440" y="117714"/>
                  </a:lnTo>
                  <a:lnTo>
                    <a:pt x="1484924" y="106295"/>
                  </a:lnTo>
                  <a:lnTo>
                    <a:pt x="1445894" y="102488"/>
                  </a:lnTo>
                  <a:lnTo>
                    <a:pt x="1883663" y="102488"/>
                  </a:lnTo>
                  <a:lnTo>
                    <a:pt x="1883663" y="2845688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57587" y="5300662"/>
              <a:ext cx="1552575" cy="2752725"/>
            </a:xfrm>
            <a:custGeom>
              <a:avLst/>
              <a:gdLst/>
              <a:ahLst/>
              <a:cxnLst/>
              <a:rect l="l" t="t" r="r" b="b"/>
              <a:pathLst>
                <a:path w="1552575" h="2752725">
                  <a:moveTo>
                    <a:pt x="1354494" y="2752724"/>
                  </a:moveTo>
                  <a:lnTo>
                    <a:pt x="198080" y="2752724"/>
                  </a:lnTo>
                  <a:lnTo>
                    <a:pt x="191389" y="2752395"/>
                  </a:lnTo>
                  <a:lnTo>
                    <a:pt x="151759" y="2745853"/>
                  </a:lnTo>
                  <a:lnTo>
                    <a:pt x="114166" y="2731704"/>
                  </a:lnTo>
                  <a:lnTo>
                    <a:pt x="80056" y="2710494"/>
                  </a:lnTo>
                  <a:lnTo>
                    <a:pt x="50739" y="2683037"/>
                  </a:lnTo>
                  <a:lnTo>
                    <a:pt x="27342" y="2650388"/>
                  </a:lnTo>
                  <a:lnTo>
                    <a:pt x="10765" y="2613801"/>
                  </a:lnTo>
                  <a:lnTo>
                    <a:pt x="1643" y="2574684"/>
                  </a:lnTo>
                  <a:lnTo>
                    <a:pt x="0" y="2554644"/>
                  </a:lnTo>
                  <a:lnTo>
                    <a:pt x="0" y="2547937"/>
                  </a:lnTo>
                  <a:lnTo>
                    <a:pt x="0" y="198080"/>
                  </a:lnTo>
                  <a:lnTo>
                    <a:pt x="5243" y="158257"/>
                  </a:lnTo>
                  <a:lnTo>
                    <a:pt x="18155" y="120222"/>
                  </a:lnTo>
                  <a:lnTo>
                    <a:pt x="38239" y="85436"/>
                  </a:lnTo>
                  <a:lnTo>
                    <a:pt x="64723" y="55238"/>
                  </a:lnTo>
                  <a:lnTo>
                    <a:pt x="96590" y="30786"/>
                  </a:lnTo>
                  <a:lnTo>
                    <a:pt x="132615" y="13021"/>
                  </a:lnTo>
                  <a:lnTo>
                    <a:pt x="171413" y="2626"/>
                  </a:lnTo>
                  <a:lnTo>
                    <a:pt x="198080" y="0"/>
                  </a:lnTo>
                  <a:lnTo>
                    <a:pt x="1354494" y="0"/>
                  </a:lnTo>
                  <a:lnTo>
                    <a:pt x="1394317" y="5243"/>
                  </a:lnTo>
                  <a:lnTo>
                    <a:pt x="1432352" y="18155"/>
                  </a:lnTo>
                  <a:lnTo>
                    <a:pt x="1467137" y="38239"/>
                  </a:lnTo>
                  <a:lnTo>
                    <a:pt x="1497336" y="64723"/>
                  </a:lnTo>
                  <a:lnTo>
                    <a:pt x="1521788" y="96590"/>
                  </a:lnTo>
                  <a:lnTo>
                    <a:pt x="1539552" y="132615"/>
                  </a:lnTo>
                  <a:lnTo>
                    <a:pt x="1549948" y="171413"/>
                  </a:lnTo>
                  <a:lnTo>
                    <a:pt x="1552575" y="198080"/>
                  </a:lnTo>
                  <a:lnTo>
                    <a:pt x="1552575" y="2554644"/>
                  </a:lnTo>
                  <a:lnTo>
                    <a:pt x="1547331" y="2594467"/>
                  </a:lnTo>
                  <a:lnTo>
                    <a:pt x="1534419" y="2632502"/>
                  </a:lnTo>
                  <a:lnTo>
                    <a:pt x="1514335" y="2667287"/>
                  </a:lnTo>
                  <a:lnTo>
                    <a:pt x="1487851" y="2697486"/>
                  </a:lnTo>
                  <a:lnTo>
                    <a:pt x="1455984" y="2721937"/>
                  </a:lnTo>
                  <a:lnTo>
                    <a:pt x="1419959" y="2739702"/>
                  </a:lnTo>
                  <a:lnTo>
                    <a:pt x="1381161" y="2750098"/>
                  </a:lnTo>
                  <a:lnTo>
                    <a:pt x="1361185" y="2752395"/>
                  </a:lnTo>
                  <a:lnTo>
                    <a:pt x="1354494" y="2752724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57587" y="5300662"/>
              <a:ext cx="1552575" cy="2752725"/>
            </a:xfrm>
            <a:custGeom>
              <a:avLst/>
              <a:gdLst/>
              <a:ahLst/>
              <a:cxnLst/>
              <a:rect l="l" t="t" r="r" b="b"/>
              <a:pathLst>
                <a:path w="1552575" h="2752725">
                  <a:moveTo>
                    <a:pt x="0" y="2547937"/>
                  </a:moveTo>
                  <a:lnTo>
                    <a:pt x="0" y="204787"/>
                  </a:lnTo>
                  <a:lnTo>
                    <a:pt x="0" y="198080"/>
                  </a:lnTo>
                  <a:lnTo>
                    <a:pt x="328" y="191389"/>
                  </a:lnTo>
                  <a:lnTo>
                    <a:pt x="6871" y="151759"/>
                  </a:lnTo>
                  <a:lnTo>
                    <a:pt x="8818" y="145340"/>
                  </a:lnTo>
                  <a:lnTo>
                    <a:pt x="10765" y="138922"/>
                  </a:lnTo>
                  <a:lnTo>
                    <a:pt x="27342" y="102336"/>
                  </a:lnTo>
                  <a:lnTo>
                    <a:pt x="34512" y="91013"/>
                  </a:lnTo>
                  <a:lnTo>
                    <a:pt x="38239" y="85436"/>
                  </a:lnTo>
                  <a:lnTo>
                    <a:pt x="42229" y="80056"/>
                  </a:lnTo>
                  <a:lnTo>
                    <a:pt x="46484" y="74871"/>
                  </a:lnTo>
                  <a:lnTo>
                    <a:pt x="50739" y="69687"/>
                  </a:lnTo>
                  <a:lnTo>
                    <a:pt x="74871" y="46484"/>
                  </a:lnTo>
                  <a:lnTo>
                    <a:pt x="80056" y="42229"/>
                  </a:lnTo>
                  <a:lnTo>
                    <a:pt x="85436" y="38239"/>
                  </a:lnTo>
                  <a:lnTo>
                    <a:pt x="91013" y="34512"/>
                  </a:lnTo>
                  <a:lnTo>
                    <a:pt x="96590" y="30786"/>
                  </a:lnTo>
                  <a:lnTo>
                    <a:pt x="102336" y="27342"/>
                  </a:lnTo>
                  <a:lnTo>
                    <a:pt x="108251" y="24181"/>
                  </a:lnTo>
                  <a:lnTo>
                    <a:pt x="114166" y="21019"/>
                  </a:lnTo>
                  <a:lnTo>
                    <a:pt x="151759" y="6871"/>
                  </a:lnTo>
                  <a:lnTo>
                    <a:pt x="191389" y="328"/>
                  </a:lnTo>
                  <a:lnTo>
                    <a:pt x="198080" y="0"/>
                  </a:lnTo>
                  <a:lnTo>
                    <a:pt x="204787" y="0"/>
                  </a:lnTo>
                  <a:lnTo>
                    <a:pt x="1347787" y="0"/>
                  </a:lnTo>
                  <a:lnTo>
                    <a:pt x="1354494" y="0"/>
                  </a:lnTo>
                  <a:lnTo>
                    <a:pt x="1361185" y="328"/>
                  </a:lnTo>
                  <a:lnTo>
                    <a:pt x="1367860" y="986"/>
                  </a:lnTo>
                  <a:lnTo>
                    <a:pt x="1374534" y="1643"/>
                  </a:lnTo>
                  <a:lnTo>
                    <a:pt x="1381161" y="2626"/>
                  </a:lnTo>
                  <a:lnTo>
                    <a:pt x="1387739" y="3934"/>
                  </a:lnTo>
                  <a:lnTo>
                    <a:pt x="1394317" y="5243"/>
                  </a:lnTo>
                  <a:lnTo>
                    <a:pt x="1400815" y="6871"/>
                  </a:lnTo>
                  <a:lnTo>
                    <a:pt x="1407233" y="8818"/>
                  </a:lnTo>
                  <a:lnTo>
                    <a:pt x="1413652" y="10765"/>
                  </a:lnTo>
                  <a:lnTo>
                    <a:pt x="1419959" y="13021"/>
                  </a:lnTo>
                  <a:lnTo>
                    <a:pt x="1426155" y="15588"/>
                  </a:lnTo>
                  <a:lnTo>
                    <a:pt x="1432352" y="18155"/>
                  </a:lnTo>
                  <a:lnTo>
                    <a:pt x="1438408" y="21019"/>
                  </a:lnTo>
                  <a:lnTo>
                    <a:pt x="1444323" y="24181"/>
                  </a:lnTo>
                  <a:lnTo>
                    <a:pt x="1450238" y="27342"/>
                  </a:lnTo>
                  <a:lnTo>
                    <a:pt x="1455984" y="30786"/>
                  </a:lnTo>
                  <a:lnTo>
                    <a:pt x="1461560" y="34512"/>
                  </a:lnTo>
                  <a:lnTo>
                    <a:pt x="1467137" y="38239"/>
                  </a:lnTo>
                  <a:lnTo>
                    <a:pt x="1492593" y="59980"/>
                  </a:lnTo>
                  <a:lnTo>
                    <a:pt x="1497336" y="64723"/>
                  </a:lnTo>
                  <a:lnTo>
                    <a:pt x="1518061" y="91013"/>
                  </a:lnTo>
                  <a:lnTo>
                    <a:pt x="1521788" y="96590"/>
                  </a:lnTo>
                  <a:lnTo>
                    <a:pt x="1525231" y="102336"/>
                  </a:lnTo>
                  <a:lnTo>
                    <a:pt x="1528393" y="108251"/>
                  </a:lnTo>
                  <a:lnTo>
                    <a:pt x="1531555" y="114166"/>
                  </a:lnTo>
                  <a:lnTo>
                    <a:pt x="1534419" y="120222"/>
                  </a:lnTo>
                  <a:lnTo>
                    <a:pt x="1536986" y="126418"/>
                  </a:lnTo>
                  <a:lnTo>
                    <a:pt x="1539552" y="132615"/>
                  </a:lnTo>
                  <a:lnTo>
                    <a:pt x="1549948" y="171413"/>
                  </a:lnTo>
                  <a:lnTo>
                    <a:pt x="1552575" y="198080"/>
                  </a:lnTo>
                  <a:lnTo>
                    <a:pt x="1552574" y="204787"/>
                  </a:lnTo>
                  <a:lnTo>
                    <a:pt x="1552574" y="2547937"/>
                  </a:lnTo>
                  <a:lnTo>
                    <a:pt x="1548639" y="2587888"/>
                  </a:lnTo>
                  <a:lnTo>
                    <a:pt x="1547331" y="2594467"/>
                  </a:lnTo>
                  <a:lnTo>
                    <a:pt x="1536986" y="2626305"/>
                  </a:lnTo>
                  <a:lnTo>
                    <a:pt x="1534419" y="2632502"/>
                  </a:lnTo>
                  <a:lnTo>
                    <a:pt x="1531555" y="2638558"/>
                  </a:lnTo>
                  <a:lnTo>
                    <a:pt x="1528393" y="2644473"/>
                  </a:lnTo>
                  <a:lnTo>
                    <a:pt x="1525232" y="2650388"/>
                  </a:lnTo>
                  <a:lnTo>
                    <a:pt x="1521788" y="2656133"/>
                  </a:lnTo>
                  <a:lnTo>
                    <a:pt x="1518061" y="2661710"/>
                  </a:lnTo>
                  <a:lnTo>
                    <a:pt x="1514335" y="2667287"/>
                  </a:lnTo>
                  <a:lnTo>
                    <a:pt x="1510344" y="2672668"/>
                  </a:lnTo>
                  <a:lnTo>
                    <a:pt x="1506090" y="2677852"/>
                  </a:lnTo>
                  <a:lnTo>
                    <a:pt x="1501835" y="2683037"/>
                  </a:lnTo>
                  <a:lnTo>
                    <a:pt x="1497336" y="2688001"/>
                  </a:lnTo>
                  <a:lnTo>
                    <a:pt x="1492593" y="2692743"/>
                  </a:lnTo>
                  <a:lnTo>
                    <a:pt x="1487851" y="2697486"/>
                  </a:lnTo>
                  <a:lnTo>
                    <a:pt x="1482887" y="2701985"/>
                  </a:lnTo>
                  <a:lnTo>
                    <a:pt x="1477703" y="2706239"/>
                  </a:lnTo>
                  <a:lnTo>
                    <a:pt x="1472518" y="2710494"/>
                  </a:lnTo>
                  <a:lnTo>
                    <a:pt x="1467137" y="2714485"/>
                  </a:lnTo>
                  <a:lnTo>
                    <a:pt x="1461560" y="2718211"/>
                  </a:lnTo>
                  <a:lnTo>
                    <a:pt x="1455984" y="2721937"/>
                  </a:lnTo>
                  <a:lnTo>
                    <a:pt x="1450238" y="2725381"/>
                  </a:lnTo>
                  <a:lnTo>
                    <a:pt x="1444323" y="2728543"/>
                  </a:lnTo>
                  <a:lnTo>
                    <a:pt x="1438408" y="2731704"/>
                  </a:lnTo>
                  <a:lnTo>
                    <a:pt x="1432352" y="2734568"/>
                  </a:lnTo>
                  <a:lnTo>
                    <a:pt x="1426155" y="2737135"/>
                  </a:lnTo>
                  <a:lnTo>
                    <a:pt x="1419959" y="2739702"/>
                  </a:lnTo>
                  <a:lnTo>
                    <a:pt x="1387739" y="2748789"/>
                  </a:lnTo>
                  <a:lnTo>
                    <a:pt x="1381161" y="2750098"/>
                  </a:lnTo>
                  <a:lnTo>
                    <a:pt x="1374534" y="2751081"/>
                  </a:lnTo>
                  <a:lnTo>
                    <a:pt x="1367860" y="2751738"/>
                  </a:lnTo>
                  <a:lnTo>
                    <a:pt x="1361185" y="2752395"/>
                  </a:lnTo>
                  <a:lnTo>
                    <a:pt x="1354494" y="2752724"/>
                  </a:lnTo>
                  <a:lnTo>
                    <a:pt x="1347787" y="2752724"/>
                  </a:lnTo>
                  <a:lnTo>
                    <a:pt x="204787" y="2752724"/>
                  </a:lnTo>
                  <a:lnTo>
                    <a:pt x="198080" y="2752724"/>
                  </a:lnTo>
                  <a:lnTo>
                    <a:pt x="191389" y="2752395"/>
                  </a:lnTo>
                  <a:lnTo>
                    <a:pt x="151759" y="2745853"/>
                  </a:lnTo>
                  <a:lnTo>
                    <a:pt x="114166" y="2731704"/>
                  </a:lnTo>
                  <a:lnTo>
                    <a:pt x="80056" y="2710494"/>
                  </a:lnTo>
                  <a:lnTo>
                    <a:pt x="74871" y="2706239"/>
                  </a:lnTo>
                  <a:lnTo>
                    <a:pt x="69687" y="2701985"/>
                  </a:lnTo>
                  <a:lnTo>
                    <a:pt x="64723" y="2697486"/>
                  </a:lnTo>
                  <a:lnTo>
                    <a:pt x="59980" y="2692743"/>
                  </a:lnTo>
                  <a:lnTo>
                    <a:pt x="55238" y="2688001"/>
                  </a:lnTo>
                  <a:lnTo>
                    <a:pt x="50739" y="2683037"/>
                  </a:lnTo>
                  <a:lnTo>
                    <a:pt x="46484" y="2677852"/>
                  </a:lnTo>
                  <a:lnTo>
                    <a:pt x="42229" y="2672668"/>
                  </a:lnTo>
                  <a:lnTo>
                    <a:pt x="38239" y="2667287"/>
                  </a:lnTo>
                  <a:lnTo>
                    <a:pt x="34512" y="2661710"/>
                  </a:lnTo>
                  <a:lnTo>
                    <a:pt x="30786" y="2656133"/>
                  </a:lnTo>
                  <a:lnTo>
                    <a:pt x="27342" y="2650388"/>
                  </a:lnTo>
                  <a:lnTo>
                    <a:pt x="24181" y="2644473"/>
                  </a:lnTo>
                  <a:lnTo>
                    <a:pt x="21019" y="2638558"/>
                  </a:lnTo>
                  <a:lnTo>
                    <a:pt x="8818" y="2607383"/>
                  </a:lnTo>
                  <a:lnTo>
                    <a:pt x="6871" y="2600965"/>
                  </a:lnTo>
                  <a:lnTo>
                    <a:pt x="5243" y="2594467"/>
                  </a:lnTo>
                  <a:lnTo>
                    <a:pt x="3934" y="2587888"/>
                  </a:lnTo>
                  <a:lnTo>
                    <a:pt x="2626" y="2581310"/>
                  </a:lnTo>
                  <a:lnTo>
                    <a:pt x="1643" y="2574684"/>
                  </a:lnTo>
                  <a:lnTo>
                    <a:pt x="986" y="2568009"/>
                  </a:lnTo>
                  <a:lnTo>
                    <a:pt x="328" y="2561335"/>
                  </a:lnTo>
                  <a:lnTo>
                    <a:pt x="0" y="2554644"/>
                  </a:lnTo>
                  <a:lnTo>
                    <a:pt x="0" y="2547937"/>
                  </a:lnTo>
                  <a:close/>
                </a:path>
              </a:pathLst>
            </a:custGeom>
            <a:ln w="952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86162" y="5419724"/>
              <a:ext cx="1209675" cy="1571625"/>
            </a:xfrm>
            <a:custGeom>
              <a:avLst/>
              <a:gdLst/>
              <a:ahLst/>
              <a:cxnLst/>
              <a:rect l="l" t="t" r="r" b="b"/>
              <a:pathLst>
                <a:path w="1209675" h="1571625">
                  <a:moveTo>
                    <a:pt x="1209675" y="0"/>
                  </a:moveTo>
                  <a:lnTo>
                    <a:pt x="0" y="0"/>
                  </a:lnTo>
                  <a:lnTo>
                    <a:pt x="0" y="628650"/>
                  </a:lnTo>
                  <a:lnTo>
                    <a:pt x="0" y="638175"/>
                  </a:lnTo>
                  <a:lnTo>
                    <a:pt x="0" y="895350"/>
                  </a:lnTo>
                  <a:lnTo>
                    <a:pt x="0" y="1152525"/>
                  </a:lnTo>
                  <a:lnTo>
                    <a:pt x="0" y="1571625"/>
                  </a:lnTo>
                  <a:lnTo>
                    <a:pt x="1209675" y="1571625"/>
                  </a:lnTo>
                  <a:lnTo>
                    <a:pt x="1209675" y="1152525"/>
                  </a:lnTo>
                  <a:lnTo>
                    <a:pt x="1209675" y="895350"/>
                  </a:lnTo>
                  <a:lnTo>
                    <a:pt x="1209675" y="638175"/>
                  </a:lnTo>
                  <a:lnTo>
                    <a:pt x="1209675" y="628650"/>
                  </a:lnTo>
                  <a:lnTo>
                    <a:pt x="1209675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721100" y="5473699"/>
            <a:ext cx="1049655" cy="1479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F10808"/>
                </a:solidFill>
                <a:latin typeface="Segoe UI"/>
                <a:cs typeface="Segoe UI"/>
              </a:rPr>
              <a:t>category</a:t>
            </a:r>
            <a:endParaRPr sz="21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500" spc="-400" dirty="0">
                <a:solidFill>
                  <a:srgbClr val="F10808"/>
                </a:solidFill>
                <a:latin typeface="Segoe UI Symbol"/>
                <a:cs typeface="Segoe UI Symbol"/>
              </a:rPr>
              <a:t></a:t>
            </a:r>
            <a:endParaRPr sz="15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00" spc="-10" dirty="0">
                <a:solidFill>
                  <a:srgbClr val="F10808"/>
                </a:solidFill>
                <a:latin typeface="Segoe UI"/>
                <a:cs typeface="Segoe UI"/>
              </a:rPr>
              <a:t>Comedies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000" spc="-10" dirty="0">
                <a:solidFill>
                  <a:srgbClr val="F10808"/>
                </a:solidFill>
                <a:latin typeface="Segoe UI"/>
                <a:cs typeface="Segoe UI"/>
              </a:rPr>
              <a:t>Dramas</a:t>
            </a:r>
            <a:endParaRPr sz="1000">
              <a:latin typeface="Segoe UI"/>
              <a:cs typeface="Segoe UI"/>
            </a:endParaRPr>
          </a:p>
          <a:p>
            <a:pPr marL="12700" marR="317500">
              <a:lnSpc>
                <a:spcPct val="106300"/>
              </a:lnSpc>
              <a:spcBef>
                <a:spcPts val="750"/>
              </a:spcBef>
            </a:pPr>
            <a:r>
              <a:rPr sz="1000" spc="-10" dirty="0">
                <a:solidFill>
                  <a:srgbClr val="F10808"/>
                </a:solidFill>
                <a:latin typeface="Segoe UI"/>
                <a:cs typeface="Segoe UI"/>
              </a:rPr>
              <a:t>International Movies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563349" y="1152524"/>
            <a:ext cx="2438400" cy="1343025"/>
          </a:xfrm>
          <a:prstGeom prst="rect">
            <a:avLst/>
          </a:prstGeom>
          <a:solidFill>
            <a:srgbClr val="333333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60"/>
              </a:lnSpc>
            </a:pPr>
            <a:r>
              <a:rPr sz="1800" spc="-10" dirty="0">
                <a:solidFill>
                  <a:srgbClr val="E6E6E6"/>
                </a:solidFill>
                <a:latin typeface="Trebuchet MS"/>
                <a:cs typeface="Trebuchet MS"/>
              </a:rPr>
              <a:t>Rating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3700" b="1" dirty="0">
                <a:solidFill>
                  <a:srgbClr val="F10808"/>
                </a:solidFill>
                <a:latin typeface="Segoe UI Semibold"/>
                <a:cs typeface="Segoe UI Semibold"/>
              </a:rPr>
              <a:t>TV-</a:t>
            </a:r>
            <a:r>
              <a:rPr sz="3700" b="1" spc="-25" dirty="0">
                <a:solidFill>
                  <a:srgbClr val="F10808"/>
                </a:solidFill>
                <a:latin typeface="Segoe UI Semibold"/>
                <a:cs typeface="Segoe UI Semibold"/>
              </a:rPr>
              <a:t>MA</a:t>
            </a:r>
            <a:endParaRPr sz="3700">
              <a:latin typeface="Segoe UI Semibold"/>
              <a:cs typeface="Segoe UI Semibold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528303" y="2706623"/>
            <a:ext cx="5775960" cy="5836920"/>
            <a:chOff x="8528303" y="2706623"/>
            <a:chExt cx="5775960" cy="5836920"/>
          </a:xfrm>
        </p:grpSpPr>
        <p:sp>
          <p:nvSpPr>
            <p:cNvPr id="20" name="object 20"/>
            <p:cNvSpPr/>
            <p:nvPr/>
          </p:nvSpPr>
          <p:spPr>
            <a:xfrm>
              <a:off x="8528303" y="2706623"/>
              <a:ext cx="5775960" cy="5836920"/>
            </a:xfrm>
            <a:custGeom>
              <a:avLst/>
              <a:gdLst/>
              <a:ahLst/>
              <a:cxnLst/>
              <a:rect l="l" t="t" r="r" b="b"/>
              <a:pathLst>
                <a:path w="5775959" h="5836920">
                  <a:moveTo>
                    <a:pt x="5775959" y="5836919"/>
                  </a:moveTo>
                  <a:lnTo>
                    <a:pt x="0" y="5836919"/>
                  </a:lnTo>
                  <a:lnTo>
                    <a:pt x="0" y="0"/>
                  </a:lnTo>
                  <a:lnTo>
                    <a:pt x="5775959" y="0"/>
                  </a:lnTo>
                  <a:lnTo>
                    <a:pt x="5775959" y="103250"/>
                  </a:lnTo>
                  <a:lnTo>
                    <a:pt x="301370" y="103250"/>
                  </a:lnTo>
                  <a:lnTo>
                    <a:pt x="281666" y="104202"/>
                  </a:lnTo>
                  <a:lnTo>
                    <a:pt x="243392" y="111815"/>
                  </a:lnTo>
                  <a:lnTo>
                    <a:pt x="206982" y="126896"/>
                  </a:lnTo>
                  <a:lnTo>
                    <a:pt x="174536" y="148576"/>
                  </a:lnTo>
                  <a:lnTo>
                    <a:pt x="146671" y="176442"/>
                  </a:lnTo>
                  <a:lnTo>
                    <a:pt x="124990" y="208888"/>
                  </a:lnTo>
                  <a:lnTo>
                    <a:pt x="109909" y="245298"/>
                  </a:lnTo>
                  <a:lnTo>
                    <a:pt x="102297" y="283571"/>
                  </a:lnTo>
                  <a:lnTo>
                    <a:pt x="101345" y="303275"/>
                  </a:lnTo>
                  <a:lnTo>
                    <a:pt x="101345" y="5399150"/>
                  </a:lnTo>
                  <a:lnTo>
                    <a:pt x="105151" y="5438180"/>
                  </a:lnTo>
                  <a:lnTo>
                    <a:pt x="116571" y="5475696"/>
                  </a:lnTo>
                  <a:lnTo>
                    <a:pt x="135024" y="5510299"/>
                  </a:lnTo>
                  <a:lnTo>
                    <a:pt x="159931" y="5540589"/>
                  </a:lnTo>
                  <a:lnTo>
                    <a:pt x="190220" y="5565496"/>
                  </a:lnTo>
                  <a:lnTo>
                    <a:pt x="224823" y="5583948"/>
                  </a:lnTo>
                  <a:lnTo>
                    <a:pt x="262340" y="5595368"/>
                  </a:lnTo>
                  <a:lnTo>
                    <a:pt x="301370" y="5599175"/>
                  </a:lnTo>
                  <a:lnTo>
                    <a:pt x="5775959" y="5599175"/>
                  </a:lnTo>
                  <a:lnTo>
                    <a:pt x="5775959" y="5836919"/>
                  </a:lnTo>
                  <a:close/>
                </a:path>
                <a:path w="5775959" h="5836920">
                  <a:moveTo>
                    <a:pt x="5775959" y="5599175"/>
                  </a:moveTo>
                  <a:lnTo>
                    <a:pt x="5340095" y="5599175"/>
                  </a:lnTo>
                  <a:lnTo>
                    <a:pt x="5359799" y="5598223"/>
                  </a:lnTo>
                  <a:lnTo>
                    <a:pt x="5379125" y="5595368"/>
                  </a:lnTo>
                  <a:lnTo>
                    <a:pt x="5416641" y="5583948"/>
                  </a:lnTo>
                  <a:lnTo>
                    <a:pt x="5451243" y="5565496"/>
                  </a:lnTo>
                  <a:lnTo>
                    <a:pt x="5481534" y="5540589"/>
                  </a:lnTo>
                  <a:lnTo>
                    <a:pt x="5506440" y="5510299"/>
                  </a:lnTo>
                  <a:lnTo>
                    <a:pt x="5524894" y="5475696"/>
                  </a:lnTo>
                  <a:lnTo>
                    <a:pt x="5536313" y="5438180"/>
                  </a:lnTo>
                  <a:lnTo>
                    <a:pt x="5540120" y="5399150"/>
                  </a:lnTo>
                  <a:lnTo>
                    <a:pt x="5540120" y="303275"/>
                  </a:lnTo>
                  <a:lnTo>
                    <a:pt x="5536313" y="264245"/>
                  </a:lnTo>
                  <a:lnTo>
                    <a:pt x="5524894" y="226729"/>
                  </a:lnTo>
                  <a:lnTo>
                    <a:pt x="5506440" y="192126"/>
                  </a:lnTo>
                  <a:lnTo>
                    <a:pt x="5481534" y="161836"/>
                  </a:lnTo>
                  <a:lnTo>
                    <a:pt x="5451243" y="136929"/>
                  </a:lnTo>
                  <a:lnTo>
                    <a:pt x="5416641" y="118476"/>
                  </a:lnTo>
                  <a:lnTo>
                    <a:pt x="5379125" y="107057"/>
                  </a:lnTo>
                  <a:lnTo>
                    <a:pt x="5340095" y="103250"/>
                  </a:lnTo>
                  <a:lnTo>
                    <a:pt x="5775959" y="103250"/>
                  </a:lnTo>
                  <a:lnTo>
                    <a:pt x="5775959" y="5599175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624886" y="2805112"/>
              <a:ext cx="5448300" cy="5505450"/>
            </a:xfrm>
            <a:custGeom>
              <a:avLst/>
              <a:gdLst/>
              <a:ahLst/>
              <a:cxnLst/>
              <a:rect l="l" t="t" r="r" b="b"/>
              <a:pathLst>
                <a:path w="5448300" h="5505450">
                  <a:moveTo>
                    <a:pt x="5250219" y="5505449"/>
                  </a:moveTo>
                  <a:lnTo>
                    <a:pt x="198080" y="5505449"/>
                  </a:lnTo>
                  <a:lnTo>
                    <a:pt x="191389" y="5505121"/>
                  </a:lnTo>
                  <a:lnTo>
                    <a:pt x="151759" y="5498577"/>
                  </a:lnTo>
                  <a:lnTo>
                    <a:pt x="114166" y="5484429"/>
                  </a:lnTo>
                  <a:lnTo>
                    <a:pt x="80056" y="5463219"/>
                  </a:lnTo>
                  <a:lnTo>
                    <a:pt x="50739" y="5435762"/>
                  </a:lnTo>
                  <a:lnTo>
                    <a:pt x="27342" y="5403113"/>
                  </a:lnTo>
                  <a:lnTo>
                    <a:pt x="10765" y="5366526"/>
                  </a:lnTo>
                  <a:lnTo>
                    <a:pt x="1643" y="5327409"/>
                  </a:lnTo>
                  <a:lnTo>
                    <a:pt x="0" y="5307369"/>
                  </a:lnTo>
                  <a:lnTo>
                    <a:pt x="0" y="5300662"/>
                  </a:lnTo>
                  <a:lnTo>
                    <a:pt x="0" y="198080"/>
                  </a:lnTo>
                  <a:lnTo>
                    <a:pt x="5243" y="158257"/>
                  </a:lnTo>
                  <a:lnTo>
                    <a:pt x="18155" y="120222"/>
                  </a:lnTo>
                  <a:lnTo>
                    <a:pt x="38239" y="85436"/>
                  </a:lnTo>
                  <a:lnTo>
                    <a:pt x="64723" y="55238"/>
                  </a:lnTo>
                  <a:lnTo>
                    <a:pt x="96590" y="30786"/>
                  </a:lnTo>
                  <a:lnTo>
                    <a:pt x="132615" y="13021"/>
                  </a:lnTo>
                  <a:lnTo>
                    <a:pt x="171413" y="2626"/>
                  </a:lnTo>
                  <a:lnTo>
                    <a:pt x="198080" y="0"/>
                  </a:lnTo>
                  <a:lnTo>
                    <a:pt x="5250219" y="0"/>
                  </a:lnTo>
                  <a:lnTo>
                    <a:pt x="5290041" y="5243"/>
                  </a:lnTo>
                  <a:lnTo>
                    <a:pt x="5328077" y="18155"/>
                  </a:lnTo>
                  <a:lnTo>
                    <a:pt x="5362862" y="38239"/>
                  </a:lnTo>
                  <a:lnTo>
                    <a:pt x="5393061" y="64723"/>
                  </a:lnTo>
                  <a:lnTo>
                    <a:pt x="5417512" y="96590"/>
                  </a:lnTo>
                  <a:lnTo>
                    <a:pt x="5435277" y="132615"/>
                  </a:lnTo>
                  <a:lnTo>
                    <a:pt x="5445672" y="171413"/>
                  </a:lnTo>
                  <a:lnTo>
                    <a:pt x="5448299" y="198080"/>
                  </a:lnTo>
                  <a:lnTo>
                    <a:pt x="5448299" y="5307369"/>
                  </a:lnTo>
                  <a:lnTo>
                    <a:pt x="5443055" y="5347192"/>
                  </a:lnTo>
                  <a:lnTo>
                    <a:pt x="5430144" y="5385226"/>
                  </a:lnTo>
                  <a:lnTo>
                    <a:pt x="5410060" y="5420012"/>
                  </a:lnTo>
                  <a:lnTo>
                    <a:pt x="5383576" y="5450211"/>
                  </a:lnTo>
                  <a:lnTo>
                    <a:pt x="5351708" y="5474661"/>
                  </a:lnTo>
                  <a:lnTo>
                    <a:pt x="5315683" y="5492427"/>
                  </a:lnTo>
                  <a:lnTo>
                    <a:pt x="5276885" y="5502822"/>
                  </a:lnTo>
                  <a:lnTo>
                    <a:pt x="5256910" y="5505121"/>
                  </a:lnTo>
                  <a:lnTo>
                    <a:pt x="5250219" y="55054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624886" y="2805112"/>
              <a:ext cx="5448300" cy="5505450"/>
            </a:xfrm>
            <a:custGeom>
              <a:avLst/>
              <a:gdLst/>
              <a:ahLst/>
              <a:cxnLst/>
              <a:rect l="l" t="t" r="r" b="b"/>
              <a:pathLst>
                <a:path w="5448300" h="5505450">
                  <a:moveTo>
                    <a:pt x="0" y="5300662"/>
                  </a:moveTo>
                  <a:lnTo>
                    <a:pt x="0" y="204787"/>
                  </a:lnTo>
                  <a:lnTo>
                    <a:pt x="0" y="198080"/>
                  </a:lnTo>
                  <a:lnTo>
                    <a:pt x="328" y="191389"/>
                  </a:lnTo>
                  <a:lnTo>
                    <a:pt x="6871" y="151759"/>
                  </a:lnTo>
                  <a:lnTo>
                    <a:pt x="8818" y="145340"/>
                  </a:lnTo>
                  <a:lnTo>
                    <a:pt x="10765" y="138922"/>
                  </a:lnTo>
                  <a:lnTo>
                    <a:pt x="27342" y="102336"/>
                  </a:lnTo>
                  <a:lnTo>
                    <a:pt x="34512" y="91013"/>
                  </a:lnTo>
                  <a:lnTo>
                    <a:pt x="38239" y="85436"/>
                  </a:lnTo>
                  <a:lnTo>
                    <a:pt x="42229" y="80056"/>
                  </a:lnTo>
                  <a:lnTo>
                    <a:pt x="46484" y="74871"/>
                  </a:lnTo>
                  <a:lnTo>
                    <a:pt x="50739" y="69687"/>
                  </a:lnTo>
                  <a:lnTo>
                    <a:pt x="74871" y="46484"/>
                  </a:lnTo>
                  <a:lnTo>
                    <a:pt x="80056" y="42229"/>
                  </a:lnTo>
                  <a:lnTo>
                    <a:pt x="85436" y="38239"/>
                  </a:lnTo>
                  <a:lnTo>
                    <a:pt x="91013" y="34512"/>
                  </a:lnTo>
                  <a:lnTo>
                    <a:pt x="96590" y="30786"/>
                  </a:lnTo>
                  <a:lnTo>
                    <a:pt x="102336" y="27342"/>
                  </a:lnTo>
                  <a:lnTo>
                    <a:pt x="108251" y="24181"/>
                  </a:lnTo>
                  <a:lnTo>
                    <a:pt x="114166" y="21019"/>
                  </a:lnTo>
                  <a:lnTo>
                    <a:pt x="151759" y="6871"/>
                  </a:lnTo>
                  <a:lnTo>
                    <a:pt x="191389" y="328"/>
                  </a:lnTo>
                  <a:lnTo>
                    <a:pt x="198080" y="0"/>
                  </a:lnTo>
                  <a:lnTo>
                    <a:pt x="204787" y="0"/>
                  </a:lnTo>
                  <a:lnTo>
                    <a:pt x="5243512" y="0"/>
                  </a:lnTo>
                  <a:lnTo>
                    <a:pt x="5250219" y="0"/>
                  </a:lnTo>
                  <a:lnTo>
                    <a:pt x="5256910" y="328"/>
                  </a:lnTo>
                  <a:lnTo>
                    <a:pt x="5263584" y="986"/>
                  </a:lnTo>
                  <a:lnTo>
                    <a:pt x="5270259" y="1643"/>
                  </a:lnTo>
                  <a:lnTo>
                    <a:pt x="5302958" y="8818"/>
                  </a:lnTo>
                  <a:lnTo>
                    <a:pt x="5309376" y="10765"/>
                  </a:lnTo>
                  <a:lnTo>
                    <a:pt x="5340048" y="24181"/>
                  </a:lnTo>
                  <a:lnTo>
                    <a:pt x="5345963" y="27342"/>
                  </a:lnTo>
                  <a:lnTo>
                    <a:pt x="5351708" y="30786"/>
                  </a:lnTo>
                  <a:lnTo>
                    <a:pt x="5357285" y="34512"/>
                  </a:lnTo>
                  <a:lnTo>
                    <a:pt x="5362862" y="38239"/>
                  </a:lnTo>
                  <a:lnTo>
                    <a:pt x="5368243" y="42229"/>
                  </a:lnTo>
                  <a:lnTo>
                    <a:pt x="5373427" y="46484"/>
                  </a:lnTo>
                  <a:lnTo>
                    <a:pt x="5378612" y="50739"/>
                  </a:lnTo>
                  <a:lnTo>
                    <a:pt x="5383576" y="55238"/>
                  </a:lnTo>
                  <a:lnTo>
                    <a:pt x="5388318" y="59980"/>
                  </a:lnTo>
                  <a:lnTo>
                    <a:pt x="5393061" y="64723"/>
                  </a:lnTo>
                  <a:lnTo>
                    <a:pt x="5397559" y="69687"/>
                  </a:lnTo>
                  <a:lnTo>
                    <a:pt x="5401814" y="74871"/>
                  </a:lnTo>
                  <a:lnTo>
                    <a:pt x="5406069" y="80056"/>
                  </a:lnTo>
                  <a:lnTo>
                    <a:pt x="5410060" y="85436"/>
                  </a:lnTo>
                  <a:lnTo>
                    <a:pt x="5413786" y="91013"/>
                  </a:lnTo>
                  <a:lnTo>
                    <a:pt x="5417512" y="96590"/>
                  </a:lnTo>
                  <a:lnTo>
                    <a:pt x="5435277" y="132615"/>
                  </a:lnTo>
                  <a:lnTo>
                    <a:pt x="5439480" y="145340"/>
                  </a:lnTo>
                  <a:lnTo>
                    <a:pt x="5441427" y="151759"/>
                  </a:lnTo>
                  <a:lnTo>
                    <a:pt x="5443055" y="158257"/>
                  </a:lnTo>
                  <a:lnTo>
                    <a:pt x="5444363" y="164835"/>
                  </a:lnTo>
                  <a:lnTo>
                    <a:pt x="5445672" y="171413"/>
                  </a:lnTo>
                  <a:lnTo>
                    <a:pt x="5446656" y="178040"/>
                  </a:lnTo>
                  <a:lnTo>
                    <a:pt x="5447313" y="184714"/>
                  </a:lnTo>
                  <a:lnTo>
                    <a:pt x="5447971" y="191389"/>
                  </a:lnTo>
                  <a:lnTo>
                    <a:pt x="5448299" y="198080"/>
                  </a:lnTo>
                  <a:lnTo>
                    <a:pt x="5448299" y="204787"/>
                  </a:lnTo>
                  <a:lnTo>
                    <a:pt x="5448299" y="5300662"/>
                  </a:lnTo>
                  <a:lnTo>
                    <a:pt x="5448299" y="5307369"/>
                  </a:lnTo>
                  <a:lnTo>
                    <a:pt x="5447971" y="5314060"/>
                  </a:lnTo>
                  <a:lnTo>
                    <a:pt x="5447313" y="5320735"/>
                  </a:lnTo>
                  <a:lnTo>
                    <a:pt x="5446656" y="5327409"/>
                  </a:lnTo>
                  <a:lnTo>
                    <a:pt x="5445672" y="5334035"/>
                  </a:lnTo>
                  <a:lnTo>
                    <a:pt x="5444363" y="5340613"/>
                  </a:lnTo>
                  <a:lnTo>
                    <a:pt x="5443055" y="5347192"/>
                  </a:lnTo>
                  <a:lnTo>
                    <a:pt x="5441427" y="5353690"/>
                  </a:lnTo>
                  <a:lnTo>
                    <a:pt x="5439480" y="5360109"/>
                  </a:lnTo>
                  <a:lnTo>
                    <a:pt x="5437534" y="5366526"/>
                  </a:lnTo>
                  <a:lnTo>
                    <a:pt x="5435277" y="5372833"/>
                  </a:lnTo>
                  <a:lnTo>
                    <a:pt x="5432710" y="5379029"/>
                  </a:lnTo>
                  <a:lnTo>
                    <a:pt x="5430144" y="5385226"/>
                  </a:lnTo>
                  <a:lnTo>
                    <a:pt x="5413786" y="5414435"/>
                  </a:lnTo>
                  <a:lnTo>
                    <a:pt x="5410060" y="5420012"/>
                  </a:lnTo>
                  <a:lnTo>
                    <a:pt x="5406069" y="5425392"/>
                  </a:lnTo>
                  <a:lnTo>
                    <a:pt x="5401814" y="5430577"/>
                  </a:lnTo>
                  <a:lnTo>
                    <a:pt x="5397559" y="5435762"/>
                  </a:lnTo>
                  <a:lnTo>
                    <a:pt x="5393061" y="5440726"/>
                  </a:lnTo>
                  <a:lnTo>
                    <a:pt x="5388318" y="5445468"/>
                  </a:lnTo>
                  <a:lnTo>
                    <a:pt x="5383576" y="5450211"/>
                  </a:lnTo>
                  <a:lnTo>
                    <a:pt x="5378612" y="5454710"/>
                  </a:lnTo>
                  <a:lnTo>
                    <a:pt x="5373427" y="5458964"/>
                  </a:lnTo>
                  <a:lnTo>
                    <a:pt x="5368243" y="5463219"/>
                  </a:lnTo>
                  <a:lnTo>
                    <a:pt x="5362862" y="5467209"/>
                  </a:lnTo>
                  <a:lnTo>
                    <a:pt x="5357285" y="5470935"/>
                  </a:lnTo>
                  <a:lnTo>
                    <a:pt x="5351708" y="5474661"/>
                  </a:lnTo>
                  <a:lnTo>
                    <a:pt x="5345963" y="5478105"/>
                  </a:lnTo>
                  <a:lnTo>
                    <a:pt x="5340048" y="5481267"/>
                  </a:lnTo>
                  <a:lnTo>
                    <a:pt x="5334133" y="5484429"/>
                  </a:lnTo>
                  <a:lnTo>
                    <a:pt x="5328077" y="5487293"/>
                  </a:lnTo>
                  <a:lnTo>
                    <a:pt x="5321880" y="5489860"/>
                  </a:lnTo>
                  <a:lnTo>
                    <a:pt x="5315683" y="5492427"/>
                  </a:lnTo>
                  <a:lnTo>
                    <a:pt x="5309376" y="5494684"/>
                  </a:lnTo>
                  <a:lnTo>
                    <a:pt x="5302958" y="5496631"/>
                  </a:lnTo>
                  <a:lnTo>
                    <a:pt x="5296540" y="5498578"/>
                  </a:lnTo>
                  <a:lnTo>
                    <a:pt x="5263584" y="5504463"/>
                  </a:lnTo>
                  <a:lnTo>
                    <a:pt x="5256910" y="5505121"/>
                  </a:lnTo>
                  <a:lnTo>
                    <a:pt x="5250219" y="5505449"/>
                  </a:lnTo>
                  <a:lnTo>
                    <a:pt x="5243512" y="5505449"/>
                  </a:lnTo>
                  <a:lnTo>
                    <a:pt x="204787" y="5505449"/>
                  </a:lnTo>
                  <a:lnTo>
                    <a:pt x="198080" y="5505449"/>
                  </a:lnTo>
                  <a:lnTo>
                    <a:pt x="191389" y="5505121"/>
                  </a:lnTo>
                  <a:lnTo>
                    <a:pt x="184714" y="5504463"/>
                  </a:lnTo>
                  <a:lnTo>
                    <a:pt x="178040" y="5503806"/>
                  </a:lnTo>
                  <a:lnTo>
                    <a:pt x="138922" y="5494683"/>
                  </a:lnTo>
                  <a:lnTo>
                    <a:pt x="108251" y="5481267"/>
                  </a:lnTo>
                  <a:lnTo>
                    <a:pt x="102336" y="5478106"/>
                  </a:lnTo>
                  <a:lnTo>
                    <a:pt x="96590" y="5474662"/>
                  </a:lnTo>
                  <a:lnTo>
                    <a:pt x="91013" y="5470936"/>
                  </a:lnTo>
                  <a:lnTo>
                    <a:pt x="85436" y="5467210"/>
                  </a:lnTo>
                  <a:lnTo>
                    <a:pt x="59980" y="5445468"/>
                  </a:lnTo>
                  <a:lnTo>
                    <a:pt x="55238" y="5440726"/>
                  </a:lnTo>
                  <a:lnTo>
                    <a:pt x="50739" y="5435762"/>
                  </a:lnTo>
                  <a:lnTo>
                    <a:pt x="46484" y="5430577"/>
                  </a:lnTo>
                  <a:lnTo>
                    <a:pt x="42229" y="5425392"/>
                  </a:lnTo>
                  <a:lnTo>
                    <a:pt x="38239" y="5420012"/>
                  </a:lnTo>
                  <a:lnTo>
                    <a:pt x="34512" y="5414435"/>
                  </a:lnTo>
                  <a:lnTo>
                    <a:pt x="30786" y="5408858"/>
                  </a:lnTo>
                  <a:lnTo>
                    <a:pt x="27342" y="5403113"/>
                  </a:lnTo>
                  <a:lnTo>
                    <a:pt x="24181" y="5397198"/>
                  </a:lnTo>
                  <a:lnTo>
                    <a:pt x="21019" y="5391282"/>
                  </a:lnTo>
                  <a:lnTo>
                    <a:pt x="18155" y="5385226"/>
                  </a:lnTo>
                  <a:lnTo>
                    <a:pt x="15588" y="5379029"/>
                  </a:lnTo>
                  <a:lnTo>
                    <a:pt x="13021" y="5372833"/>
                  </a:lnTo>
                  <a:lnTo>
                    <a:pt x="3934" y="5340613"/>
                  </a:lnTo>
                  <a:lnTo>
                    <a:pt x="2626" y="5334035"/>
                  </a:lnTo>
                  <a:lnTo>
                    <a:pt x="1643" y="5327409"/>
                  </a:lnTo>
                  <a:lnTo>
                    <a:pt x="986" y="5320735"/>
                  </a:lnTo>
                  <a:lnTo>
                    <a:pt x="328" y="5314060"/>
                  </a:lnTo>
                  <a:lnTo>
                    <a:pt x="0" y="5307369"/>
                  </a:lnTo>
                  <a:lnTo>
                    <a:pt x="0" y="5300662"/>
                  </a:lnTo>
                  <a:close/>
                </a:path>
              </a:pathLst>
            </a:custGeom>
            <a:ln w="952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461822" y="2825750"/>
            <a:ext cx="1793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solidFill>
                  <a:srgbClr val="E6E6E6"/>
                </a:solidFill>
                <a:latin typeface="Trebuchet MS"/>
                <a:cs typeface="Trebuchet MS"/>
              </a:rPr>
              <a:t>Countries</a:t>
            </a:r>
            <a:r>
              <a:rPr sz="1800" spc="-50" dirty="0">
                <a:solidFill>
                  <a:srgbClr val="E6E6E6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E6E6E6"/>
                </a:solidFill>
                <a:latin typeface="Trebuchet MS"/>
                <a:cs typeface="Trebuchet MS"/>
              </a:rPr>
              <a:t>Available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743950" y="3152774"/>
            <a:ext cx="5210175" cy="5038725"/>
            <a:chOff x="8743950" y="3152774"/>
            <a:chExt cx="5210175" cy="5038725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3950" y="3152774"/>
              <a:ext cx="5210174" cy="503872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1165333" y="5488433"/>
              <a:ext cx="367665" cy="367665"/>
            </a:xfrm>
            <a:custGeom>
              <a:avLst/>
              <a:gdLst/>
              <a:ahLst/>
              <a:cxnLst/>
              <a:rect l="l" t="t" r="r" b="b"/>
              <a:pathLst>
                <a:path w="367665" h="367664">
                  <a:moveTo>
                    <a:pt x="183703" y="367407"/>
                  </a:moveTo>
                  <a:lnTo>
                    <a:pt x="139055" y="361899"/>
                  </a:lnTo>
                  <a:lnTo>
                    <a:pt x="97104" y="345716"/>
                  </a:lnTo>
                  <a:lnTo>
                    <a:pt x="60342" y="319826"/>
                  </a:lnTo>
                  <a:lnTo>
                    <a:pt x="30959" y="285763"/>
                  </a:lnTo>
                  <a:lnTo>
                    <a:pt x="10733" y="245581"/>
                  </a:lnTo>
                  <a:lnTo>
                    <a:pt x="882" y="201709"/>
                  </a:lnTo>
                  <a:lnTo>
                    <a:pt x="0" y="183703"/>
                  </a:lnTo>
                  <a:lnTo>
                    <a:pt x="220" y="174678"/>
                  </a:lnTo>
                  <a:lnTo>
                    <a:pt x="7907" y="130376"/>
                  </a:lnTo>
                  <a:lnTo>
                    <a:pt x="26128" y="89269"/>
                  </a:lnTo>
                  <a:lnTo>
                    <a:pt x="53805" y="53805"/>
                  </a:lnTo>
                  <a:lnTo>
                    <a:pt x="89269" y="26128"/>
                  </a:lnTo>
                  <a:lnTo>
                    <a:pt x="130376" y="7908"/>
                  </a:lnTo>
                  <a:lnTo>
                    <a:pt x="174678" y="220"/>
                  </a:lnTo>
                  <a:lnTo>
                    <a:pt x="183703" y="0"/>
                  </a:lnTo>
                  <a:lnTo>
                    <a:pt x="192728" y="220"/>
                  </a:lnTo>
                  <a:lnTo>
                    <a:pt x="237030" y="7907"/>
                  </a:lnTo>
                  <a:lnTo>
                    <a:pt x="278137" y="26128"/>
                  </a:lnTo>
                  <a:lnTo>
                    <a:pt x="313601" y="53805"/>
                  </a:lnTo>
                  <a:lnTo>
                    <a:pt x="341277" y="89269"/>
                  </a:lnTo>
                  <a:lnTo>
                    <a:pt x="359498" y="130376"/>
                  </a:lnTo>
                  <a:lnTo>
                    <a:pt x="367186" y="174678"/>
                  </a:lnTo>
                  <a:lnTo>
                    <a:pt x="367407" y="183703"/>
                  </a:lnTo>
                  <a:lnTo>
                    <a:pt x="367186" y="192728"/>
                  </a:lnTo>
                  <a:lnTo>
                    <a:pt x="359498" y="237030"/>
                  </a:lnTo>
                  <a:lnTo>
                    <a:pt x="341277" y="278137"/>
                  </a:lnTo>
                  <a:lnTo>
                    <a:pt x="313601" y="313601"/>
                  </a:lnTo>
                  <a:lnTo>
                    <a:pt x="278137" y="341277"/>
                  </a:lnTo>
                  <a:lnTo>
                    <a:pt x="237030" y="359498"/>
                  </a:lnTo>
                  <a:lnTo>
                    <a:pt x="192728" y="367186"/>
                  </a:lnTo>
                  <a:lnTo>
                    <a:pt x="183703" y="367407"/>
                  </a:lnTo>
                  <a:close/>
                </a:path>
              </a:pathLst>
            </a:custGeom>
            <a:solidFill>
              <a:srgbClr val="D60913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165333" y="5488433"/>
              <a:ext cx="367665" cy="367665"/>
            </a:xfrm>
            <a:custGeom>
              <a:avLst/>
              <a:gdLst/>
              <a:ahLst/>
              <a:cxnLst/>
              <a:rect l="l" t="t" r="r" b="b"/>
              <a:pathLst>
                <a:path w="367665" h="367664">
                  <a:moveTo>
                    <a:pt x="367407" y="183703"/>
                  </a:moveTo>
                  <a:lnTo>
                    <a:pt x="361900" y="228350"/>
                  </a:lnTo>
                  <a:lnTo>
                    <a:pt x="345716" y="270301"/>
                  </a:lnTo>
                  <a:lnTo>
                    <a:pt x="319826" y="307063"/>
                  </a:lnTo>
                  <a:lnTo>
                    <a:pt x="285763" y="336446"/>
                  </a:lnTo>
                  <a:lnTo>
                    <a:pt x="245581" y="356672"/>
                  </a:lnTo>
                  <a:lnTo>
                    <a:pt x="201709" y="366524"/>
                  </a:lnTo>
                  <a:lnTo>
                    <a:pt x="183703" y="367407"/>
                  </a:lnTo>
                  <a:lnTo>
                    <a:pt x="174678" y="367186"/>
                  </a:lnTo>
                  <a:lnTo>
                    <a:pt x="130376" y="359498"/>
                  </a:lnTo>
                  <a:lnTo>
                    <a:pt x="89269" y="341277"/>
                  </a:lnTo>
                  <a:lnTo>
                    <a:pt x="53805" y="313601"/>
                  </a:lnTo>
                  <a:lnTo>
                    <a:pt x="26128" y="278137"/>
                  </a:lnTo>
                  <a:lnTo>
                    <a:pt x="7907" y="237030"/>
                  </a:lnTo>
                  <a:lnTo>
                    <a:pt x="220" y="192728"/>
                  </a:lnTo>
                  <a:lnTo>
                    <a:pt x="0" y="183703"/>
                  </a:lnTo>
                  <a:lnTo>
                    <a:pt x="220" y="174678"/>
                  </a:lnTo>
                  <a:lnTo>
                    <a:pt x="7907" y="130376"/>
                  </a:lnTo>
                  <a:lnTo>
                    <a:pt x="26128" y="89269"/>
                  </a:lnTo>
                  <a:lnTo>
                    <a:pt x="53805" y="53805"/>
                  </a:lnTo>
                  <a:lnTo>
                    <a:pt x="89269" y="26128"/>
                  </a:lnTo>
                  <a:lnTo>
                    <a:pt x="130376" y="7908"/>
                  </a:lnTo>
                  <a:lnTo>
                    <a:pt x="174678" y="220"/>
                  </a:lnTo>
                  <a:lnTo>
                    <a:pt x="183703" y="0"/>
                  </a:lnTo>
                  <a:lnTo>
                    <a:pt x="192728" y="220"/>
                  </a:lnTo>
                  <a:lnTo>
                    <a:pt x="237030" y="7907"/>
                  </a:lnTo>
                  <a:lnTo>
                    <a:pt x="278137" y="26128"/>
                  </a:lnTo>
                  <a:lnTo>
                    <a:pt x="313601" y="53805"/>
                  </a:lnTo>
                  <a:lnTo>
                    <a:pt x="341277" y="89269"/>
                  </a:lnTo>
                  <a:lnTo>
                    <a:pt x="359498" y="130376"/>
                  </a:lnTo>
                  <a:lnTo>
                    <a:pt x="367186" y="174678"/>
                  </a:lnTo>
                  <a:lnTo>
                    <a:pt x="367407" y="183703"/>
                  </a:lnTo>
                  <a:close/>
                </a:path>
              </a:pathLst>
            </a:custGeom>
            <a:ln w="9524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13138" y="8018883"/>
              <a:ext cx="480871" cy="79578"/>
            </a:xfrm>
            <a:prstGeom prst="rect">
              <a:avLst/>
            </a:prstGeom>
          </p:spPr>
        </p:pic>
        <p:pic>
          <p:nvPicPr>
            <p:cNvPr id="29" name="object 29">
              <a:hlinkClick r:id="rId3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91574" y="8004441"/>
              <a:ext cx="93442" cy="93442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2537875" y="8016875"/>
            <a:ext cx="119761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975" baseline="4273" dirty="0">
                <a:latin typeface="Arial"/>
                <a:cs typeface="Arial"/>
              </a:rPr>
              <a:t>©</a:t>
            </a:r>
            <a:r>
              <a:rPr sz="975" spc="120" baseline="4273" dirty="0">
                <a:latin typeface="Arial"/>
                <a:cs typeface="Arial"/>
              </a:rPr>
              <a:t> </a:t>
            </a:r>
            <a:r>
              <a:rPr sz="975" baseline="4273" dirty="0">
                <a:latin typeface="Arial"/>
                <a:cs typeface="Arial"/>
              </a:rPr>
              <a:t>2026</a:t>
            </a:r>
            <a:r>
              <a:rPr sz="975" spc="127" baseline="4273" dirty="0">
                <a:latin typeface="Arial"/>
                <a:cs typeface="Arial"/>
              </a:rPr>
              <a:t> </a:t>
            </a:r>
            <a:r>
              <a:rPr sz="975" spc="-135" baseline="4273" dirty="0">
                <a:latin typeface="Arial"/>
                <a:cs typeface="Arial"/>
              </a:rPr>
              <a:t>Mi</a:t>
            </a:r>
            <a:r>
              <a:rPr sz="650" spc="-9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975" spc="-135" baseline="4273" dirty="0">
                <a:latin typeface="Arial"/>
                <a:cs typeface="Arial"/>
              </a:rPr>
              <a:t>c</a:t>
            </a:r>
            <a:r>
              <a:rPr sz="650" spc="-9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975" spc="-135" baseline="4273" dirty="0">
                <a:latin typeface="Arial"/>
                <a:cs typeface="Arial"/>
              </a:rPr>
              <a:t>r</a:t>
            </a:r>
            <a:r>
              <a:rPr sz="650" spc="-9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975" spc="-135" baseline="4273" dirty="0">
                <a:latin typeface="Arial"/>
                <a:cs typeface="Arial"/>
              </a:rPr>
              <a:t>os</a:t>
            </a:r>
            <a:r>
              <a:rPr sz="650" spc="-9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975" spc="-135" baseline="4273" dirty="0">
                <a:latin typeface="Arial"/>
                <a:cs typeface="Arial"/>
              </a:rPr>
              <a:t>of</a:t>
            </a:r>
            <a:r>
              <a:rPr sz="650" spc="-9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975" spc="-135" baseline="4273" dirty="0">
                <a:latin typeface="Arial"/>
                <a:cs typeface="Arial"/>
              </a:rPr>
              <a:t>t</a:t>
            </a:r>
            <a:r>
              <a:rPr sz="650" spc="-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6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75" spc="-30" baseline="4273" dirty="0">
                <a:latin typeface="Arial"/>
                <a:cs typeface="Arial"/>
              </a:rPr>
              <a:t>Cor</a:t>
            </a:r>
            <a:r>
              <a:rPr sz="650" spc="-2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975" spc="-30" baseline="4273" dirty="0">
                <a:latin typeface="Arial"/>
                <a:cs typeface="Arial"/>
              </a:rPr>
              <a:t>por</a:t>
            </a:r>
            <a:r>
              <a:rPr sz="650" spc="-2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975" spc="-30" baseline="4273" dirty="0">
                <a:latin typeface="Arial"/>
                <a:cs typeface="Arial"/>
              </a:rPr>
              <a:t>at</a:t>
            </a:r>
            <a:r>
              <a:rPr sz="650" spc="-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975" spc="-30" baseline="4273" dirty="0">
                <a:latin typeface="Arial"/>
                <a:cs typeface="Arial"/>
              </a:rPr>
              <a:t>i</a:t>
            </a:r>
            <a:r>
              <a:rPr sz="650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975" spc="-30" baseline="4273" dirty="0">
                <a:latin typeface="Arial"/>
                <a:cs typeface="Arial"/>
              </a:rPr>
              <a:t>on</a:t>
            </a:r>
            <a:endParaRPr sz="975" baseline="4273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76224" y="276224"/>
            <a:ext cx="8067675" cy="2219325"/>
            <a:chOff x="276224" y="276224"/>
            <a:chExt cx="8067675" cy="2219325"/>
          </a:xfrm>
        </p:grpSpPr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6249" y="466724"/>
              <a:ext cx="2447924" cy="137159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90512" y="290512"/>
              <a:ext cx="257175" cy="257175"/>
            </a:xfrm>
            <a:custGeom>
              <a:avLst/>
              <a:gdLst/>
              <a:ahLst/>
              <a:cxnLst/>
              <a:rect l="l" t="t" r="r" b="b"/>
              <a:pathLst>
                <a:path w="257175" h="257175">
                  <a:moveTo>
                    <a:pt x="257174" y="128587"/>
                  </a:moveTo>
                  <a:lnTo>
                    <a:pt x="257174" y="137030"/>
                  </a:lnTo>
                  <a:lnTo>
                    <a:pt x="256351" y="145392"/>
                  </a:lnTo>
                  <a:lnTo>
                    <a:pt x="254704" y="153673"/>
                  </a:lnTo>
                  <a:lnTo>
                    <a:pt x="253057" y="161954"/>
                  </a:lnTo>
                  <a:lnTo>
                    <a:pt x="250617" y="169995"/>
                  </a:lnTo>
                  <a:lnTo>
                    <a:pt x="247386" y="177795"/>
                  </a:lnTo>
                  <a:lnTo>
                    <a:pt x="244155" y="185596"/>
                  </a:lnTo>
                  <a:lnTo>
                    <a:pt x="219512" y="219512"/>
                  </a:lnTo>
                  <a:lnTo>
                    <a:pt x="185596" y="244155"/>
                  </a:lnTo>
                  <a:lnTo>
                    <a:pt x="177795" y="247386"/>
                  </a:lnTo>
                  <a:lnTo>
                    <a:pt x="169995" y="250617"/>
                  </a:lnTo>
                  <a:lnTo>
                    <a:pt x="161954" y="253056"/>
                  </a:lnTo>
                  <a:lnTo>
                    <a:pt x="153673" y="254704"/>
                  </a:lnTo>
                  <a:lnTo>
                    <a:pt x="145392" y="256351"/>
                  </a:lnTo>
                  <a:lnTo>
                    <a:pt x="137030" y="257174"/>
                  </a:lnTo>
                  <a:lnTo>
                    <a:pt x="128587" y="257174"/>
                  </a:lnTo>
                  <a:lnTo>
                    <a:pt x="120144" y="257174"/>
                  </a:lnTo>
                  <a:lnTo>
                    <a:pt x="79379" y="247386"/>
                  </a:lnTo>
                  <a:lnTo>
                    <a:pt x="71578" y="244155"/>
                  </a:lnTo>
                  <a:lnTo>
                    <a:pt x="37662" y="219512"/>
                  </a:lnTo>
                  <a:lnTo>
                    <a:pt x="21670" y="200026"/>
                  </a:lnTo>
                  <a:lnTo>
                    <a:pt x="16980" y="193006"/>
                  </a:lnTo>
                  <a:lnTo>
                    <a:pt x="13019" y="185596"/>
                  </a:lnTo>
                  <a:lnTo>
                    <a:pt x="9788" y="177795"/>
                  </a:lnTo>
                  <a:lnTo>
                    <a:pt x="6557" y="169995"/>
                  </a:lnTo>
                  <a:lnTo>
                    <a:pt x="4117" y="161954"/>
                  </a:lnTo>
                  <a:lnTo>
                    <a:pt x="2470" y="153673"/>
                  </a:lnTo>
                  <a:lnTo>
                    <a:pt x="823" y="145392"/>
                  </a:lnTo>
                  <a:lnTo>
                    <a:pt x="0" y="137030"/>
                  </a:ln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1"/>
                  </a:lnTo>
                  <a:lnTo>
                    <a:pt x="4117" y="95220"/>
                  </a:lnTo>
                  <a:lnTo>
                    <a:pt x="6557" y="87179"/>
                  </a:lnTo>
                  <a:lnTo>
                    <a:pt x="9788" y="79379"/>
                  </a:lnTo>
                  <a:lnTo>
                    <a:pt x="13019" y="71578"/>
                  </a:lnTo>
                  <a:lnTo>
                    <a:pt x="37662" y="37662"/>
                  </a:lnTo>
                  <a:lnTo>
                    <a:pt x="43632" y="31692"/>
                  </a:lnTo>
                  <a:lnTo>
                    <a:pt x="79379" y="9788"/>
                  </a:lnTo>
                  <a:lnTo>
                    <a:pt x="87179" y="6557"/>
                  </a:lnTo>
                  <a:lnTo>
                    <a:pt x="95220" y="4117"/>
                  </a:lnTo>
                  <a:lnTo>
                    <a:pt x="103501" y="2470"/>
                  </a:lnTo>
                  <a:lnTo>
                    <a:pt x="111782" y="823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137030" y="0"/>
                  </a:lnTo>
                  <a:lnTo>
                    <a:pt x="145392" y="823"/>
                  </a:lnTo>
                  <a:lnTo>
                    <a:pt x="153673" y="2470"/>
                  </a:lnTo>
                  <a:lnTo>
                    <a:pt x="161954" y="4117"/>
                  </a:lnTo>
                  <a:lnTo>
                    <a:pt x="169995" y="6557"/>
                  </a:lnTo>
                  <a:lnTo>
                    <a:pt x="177795" y="9788"/>
                  </a:lnTo>
                  <a:lnTo>
                    <a:pt x="185596" y="13019"/>
                  </a:lnTo>
                  <a:lnTo>
                    <a:pt x="219512" y="37662"/>
                  </a:lnTo>
                  <a:lnTo>
                    <a:pt x="244155" y="71578"/>
                  </a:lnTo>
                  <a:lnTo>
                    <a:pt x="247386" y="79379"/>
                  </a:lnTo>
                  <a:lnTo>
                    <a:pt x="250617" y="87179"/>
                  </a:lnTo>
                  <a:lnTo>
                    <a:pt x="253056" y="95220"/>
                  </a:lnTo>
                  <a:lnTo>
                    <a:pt x="254704" y="103501"/>
                  </a:lnTo>
                  <a:lnTo>
                    <a:pt x="256351" y="111782"/>
                  </a:lnTo>
                  <a:lnTo>
                    <a:pt x="257174" y="120144"/>
                  </a:lnTo>
                  <a:lnTo>
                    <a:pt x="257174" y="128587"/>
                  </a:lnTo>
                  <a:close/>
                </a:path>
                <a:path w="257175" h="257175">
                  <a:moveTo>
                    <a:pt x="214312" y="128587"/>
                  </a:moveTo>
                  <a:lnTo>
                    <a:pt x="52387" y="128587"/>
                  </a:lnTo>
                </a:path>
                <a:path w="257175" h="257175">
                  <a:moveTo>
                    <a:pt x="128587" y="52387"/>
                  </a:moveTo>
                  <a:lnTo>
                    <a:pt x="52387" y="128587"/>
                  </a:lnTo>
                  <a:lnTo>
                    <a:pt x="128587" y="204787"/>
                  </a:lnTo>
                </a:path>
              </a:pathLst>
            </a:custGeom>
            <a:ln w="2857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67149" y="1152524"/>
              <a:ext cx="4476750" cy="1343025"/>
            </a:xfrm>
            <a:custGeom>
              <a:avLst/>
              <a:gdLst/>
              <a:ahLst/>
              <a:cxnLst/>
              <a:rect l="l" t="t" r="r" b="b"/>
              <a:pathLst>
                <a:path w="4476750" h="1343025">
                  <a:moveTo>
                    <a:pt x="4476749" y="1343024"/>
                  </a:moveTo>
                  <a:lnTo>
                    <a:pt x="0" y="1343024"/>
                  </a:lnTo>
                  <a:lnTo>
                    <a:pt x="0" y="0"/>
                  </a:lnTo>
                  <a:lnTo>
                    <a:pt x="4476749" y="0"/>
                  </a:lnTo>
                  <a:lnTo>
                    <a:pt x="4476749" y="1343024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715375" y="1152524"/>
            <a:ext cx="2447925" cy="1343025"/>
          </a:xfrm>
          <a:prstGeom prst="rect">
            <a:avLst/>
          </a:prstGeom>
          <a:solidFill>
            <a:srgbClr val="333333"/>
          </a:solidFill>
        </p:spPr>
        <p:txBody>
          <a:bodyPr vert="horz" wrap="square" lIns="0" tIns="0" rIns="0" bIns="0" rtlCol="0">
            <a:spAutoFit/>
          </a:bodyPr>
          <a:lstStyle/>
          <a:p>
            <a:pPr marL="625475">
              <a:lnSpc>
                <a:spcPts val="1860"/>
              </a:lnSpc>
            </a:pPr>
            <a:r>
              <a:rPr sz="1800" spc="-65" dirty="0">
                <a:solidFill>
                  <a:srgbClr val="E6E6E6"/>
                </a:solidFill>
                <a:latin typeface="Trebuchet MS"/>
                <a:cs typeface="Trebuchet MS"/>
              </a:rPr>
              <a:t>Release</a:t>
            </a:r>
            <a:r>
              <a:rPr sz="1800" spc="-90" dirty="0">
                <a:solidFill>
                  <a:srgbClr val="E6E6E6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E6E6E6"/>
                </a:solidFill>
                <a:latin typeface="Trebuchet MS"/>
                <a:cs typeface="Trebuchet MS"/>
              </a:rPr>
              <a:t>Year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800">
              <a:latin typeface="Trebuchet MS"/>
              <a:cs typeface="Trebuchet MS"/>
            </a:endParaRPr>
          </a:p>
          <a:p>
            <a:pPr marL="737235">
              <a:lnSpc>
                <a:spcPct val="100000"/>
              </a:lnSpc>
            </a:pPr>
            <a:r>
              <a:rPr sz="3700" b="1" spc="-20" dirty="0">
                <a:solidFill>
                  <a:srgbClr val="F10808"/>
                </a:solidFill>
                <a:latin typeface="Segoe UI Semibold"/>
                <a:cs typeface="Segoe UI Semibold"/>
              </a:rPr>
              <a:t>2016</a:t>
            </a:r>
            <a:endParaRPr sz="3700">
              <a:latin typeface="Segoe UI Semibold"/>
              <a:cs typeface="Segoe UI Semibold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03651" y="1101725"/>
            <a:ext cx="141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40" dirty="0">
                <a:solidFill>
                  <a:srgbClr val="E6E6E6"/>
                </a:solidFill>
                <a:latin typeface="Trebuchet MS"/>
                <a:cs typeface="Trebuchet MS"/>
              </a:rPr>
              <a:t>Movie/TV</a:t>
            </a:r>
            <a:r>
              <a:rPr sz="1800" spc="-85" dirty="0">
                <a:solidFill>
                  <a:srgbClr val="E6E6E6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E6E6E6"/>
                </a:solidFill>
                <a:latin typeface="Trebuchet MS"/>
                <a:cs typeface="Trebuchet MS"/>
              </a:rPr>
              <a:t>Show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967162" y="1481137"/>
            <a:ext cx="4276725" cy="390525"/>
          </a:xfrm>
          <a:custGeom>
            <a:avLst/>
            <a:gdLst/>
            <a:ahLst/>
            <a:cxnLst/>
            <a:rect l="l" t="t" r="r" b="b"/>
            <a:pathLst>
              <a:path w="4276725" h="390525">
                <a:moveTo>
                  <a:pt x="0" y="0"/>
                </a:moveTo>
                <a:lnTo>
                  <a:pt x="4276724" y="0"/>
                </a:lnTo>
                <a:lnTo>
                  <a:pt x="4276724" y="390524"/>
                </a:lnTo>
                <a:lnTo>
                  <a:pt x="0" y="39052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E9E9E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019550" y="1539875"/>
            <a:ext cx="1000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10808"/>
                </a:solidFill>
                <a:latin typeface="Segoe UI"/>
                <a:cs typeface="Segoe UI"/>
              </a:rPr>
              <a:t>#Selfie </a:t>
            </a:r>
            <a:r>
              <a:rPr sz="1800" spc="-25" dirty="0">
                <a:solidFill>
                  <a:srgbClr val="F10808"/>
                </a:solidFill>
                <a:latin typeface="Segoe UI"/>
                <a:cs typeface="Segoe UI"/>
              </a:rPr>
              <a:t>69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962900" y="1539875"/>
            <a:ext cx="241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470" dirty="0">
                <a:solidFill>
                  <a:srgbClr val="F10808"/>
                </a:solidFill>
                <a:latin typeface="Segoe UI Symbol"/>
                <a:cs typeface="Segoe UI Symbol"/>
              </a:rPr>
              <a:t></a:t>
            </a:r>
            <a:endParaRPr sz="1800">
              <a:latin typeface="Segoe UI Symbol"/>
              <a:cs typeface="Segoe UI Symbo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145023" y="5202935"/>
            <a:ext cx="1884045" cy="3081655"/>
            <a:chOff x="5145023" y="5202935"/>
            <a:chExt cx="1884045" cy="3081655"/>
          </a:xfrm>
        </p:grpSpPr>
        <p:sp>
          <p:nvSpPr>
            <p:cNvPr id="41" name="object 41"/>
            <p:cNvSpPr/>
            <p:nvPr/>
          </p:nvSpPr>
          <p:spPr>
            <a:xfrm>
              <a:off x="5145023" y="5202935"/>
              <a:ext cx="1884045" cy="3081655"/>
            </a:xfrm>
            <a:custGeom>
              <a:avLst/>
              <a:gdLst/>
              <a:ahLst/>
              <a:cxnLst/>
              <a:rect l="l" t="t" r="r" b="b"/>
              <a:pathLst>
                <a:path w="1884045" h="3081654">
                  <a:moveTo>
                    <a:pt x="1883663" y="3081527"/>
                  </a:moveTo>
                  <a:lnTo>
                    <a:pt x="0" y="3081527"/>
                  </a:lnTo>
                  <a:lnTo>
                    <a:pt x="0" y="0"/>
                  </a:lnTo>
                  <a:lnTo>
                    <a:pt x="1883663" y="0"/>
                  </a:lnTo>
                  <a:lnTo>
                    <a:pt x="1883663" y="102488"/>
                  </a:lnTo>
                  <a:lnTo>
                    <a:pt x="303275" y="102488"/>
                  </a:lnTo>
                  <a:lnTo>
                    <a:pt x="283571" y="103440"/>
                  </a:lnTo>
                  <a:lnTo>
                    <a:pt x="245297" y="111053"/>
                  </a:lnTo>
                  <a:lnTo>
                    <a:pt x="208888" y="126133"/>
                  </a:lnTo>
                  <a:lnTo>
                    <a:pt x="176442" y="147813"/>
                  </a:lnTo>
                  <a:lnTo>
                    <a:pt x="148575" y="175680"/>
                  </a:lnTo>
                  <a:lnTo>
                    <a:pt x="126895" y="208126"/>
                  </a:lnTo>
                  <a:lnTo>
                    <a:pt x="111815" y="244535"/>
                  </a:lnTo>
                  <a:lnTo>
                    <a:pt x="104202" y="282809"/>
                  </a:lnTo>
                  <a:lnTo>
                    <a:pt x="103250" y="302513"/>
                  </a:lnTo>
                  <a:lnTo>
                    <a:pt x="103250" y="2645663"/>
                  </a:lnTo>
                  <a:lnTo>
                    <a:pt x="107057" y="2684694"/>
                  </a:lnTo>
                  <a:lnTo>
                    <a:pt x="118476" y="2722209"/>
                  </a:lnTo>
                  <a:lnTo>
                    <a:pt x="136929" y="2756812"/>
                  </a:lnTo>
                  <a:lnTo>
                    <a:pt x="161836" y="2787102"/>
                  </a:lnTo>
                  <a:lnTo>
                    <a:pt x="192126" y="2812009"/>
                  </a:lnTo>
                  <a:lnTo>
                    <a:pt x="226728" y="2830462"/>
                  </a:lnTo>
                  <a:lnTo>
                    <a:pt x="264244" y="2841881"/>
                  </a:lnTo>
                  <a:lnTo>
                    <a:pt x="303275" y="2845688"/>
                  </a:lnTo>
                  <a:lnTo>
                    <a:pt x="1883663" y="2845688"/>
                  </a:lnTo>
                  <a:lnTo>
                    <a:pt x="1883663" y="3081527"/>
                  </a:lnTo>
                  <a:close/>
                </a:path>
                <a:path w="1884045" h="3081654">
                  <a:moveTo>
                    <a:pt x="1883663" y="2845688"/>
                  </a:moveTo>
                  <a:lnTo>
                    <a:pt x="1446275" y="2845688"/>
                  </a:lnTo>
                  <a:lnTo>
                    <a:pt x="1465980" y="2844736"/>
                  </a:lnTo>
                  <a:lnTo>
                    <a:pt x="1485306" y="2841881"/>
                  </a:lnTo>
                  <a:lnTo>
                    <a:pt x="1522821" y="2830462"/>
                  </a:lnTo>
                  <a:lnTo>
                    <a:pt x="1557424" y="2812009"/>
                  </a:lnTo>
                  <a:lnTo>
                    <a:pt x="1587714" y="2787102"/>
                  </a:lnTo>
                  <a:lnTo>
                    <a:pt x="1612621" y="2756812"/>
                  </a:lnTo>
                  <a:lnTo>
                    <a:pt x="1631073" y="2722209"/>
                  </a:lnTo>
                  <a:lnTo>
                    <a:pt x="1642493" y="2684694"/>
                  </a:lnTo>
                  <a:lnTo>
                    <a:pt x="1646300" y="2645663"/>
                  </a:lnTo>
                  <a:lnTo>
                    <a:pt x="1646300" y="302513"/>
                  </a:lnTo>
                  <a:lnTo>
                    <a:pt x="1642493" y="263482"/>
                  </a:lnTo>
                  <a:lnTo>
                    <a:pt x="1631073" y="225966"/>
                  </a:lnTo>
                  <a:lnTo>
                    <a:pt x="1612621" y="191364"/>
                  </a:lnTo>
                  <a:lnTo>
                    <a:pt x="1587714" y="161074"/>
                  </a:lnTo>
                  <a:lnTo>
                    <a:pt x="1557424" y="136167"/>
                  </a:lnTo>
                  <a:lnTo>
                    <a:pt x="1522821" y="117714"/>
                  </a:lnTo>
                  <a:lnTo>
                    <a:pt x="1485306" y="106295"/>
                  </a:lnTo>
                  <a:lnTo>
                    <a:pt x="1446275" y="102488"/>
                  </a:lnTo>
                  <a:lnTo>
                    <a:pt x="1883663" y="102488"/>
                  </a:lnTo>
                  <a:lnTo>
                    <a:pt x="1883663" y="2845688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43512" y="5300662"/>
              <a:ext cx="1552575" cy="2752725"/>
            </a:xfrm>
            <a:custGeom>
              <a:avLst/>
              <a:gdLst/>
              <a:ahLst/>
              <a:cxnLst/>
              <a:rect l="l" t="t" r="r" b="b"/>
              <a:pathLst>
                <a:path w="1552575" h="2752725">
                  <a:moveTo>
                    <a:pt x="1354494" y="2752724"/>
                  </a:moveTo>
                  <a:lnTo>
                    <a:pt x="198080" y="2752724"/>
                  </a:lnTo>
                  <a:lnTo>
                    <a:pt x="191389" y="2752395"/>
                  </a:lnTo>
                  <a:lnTo>
                    <a:pt x="151759" y="2745853"/>
                  </a:lnTo>
                  <a:lnTo>
                    <a:pt x="114166" y="2731704"/>
                  </a:lnTo>
                  <a:lnTo>
                    <a:pt x="80056" y="2710494"/>
                  </a:lnTo>
                  <a:lnTo>
                    <a:pt x="50739" y="2683037"/>
                  </a:lnTo>
                  <a:lnTo>
                    <a:pt x="27342" y="2650388"/>
                  </a:lnTo>
                  <a:lnTo>
                    <a:pt x="10765" y="2613801"/>
                  </a:lnTo>
                  <a:lnTo>
                    <a:pt x="1643" y="2574684"/>
                  </a:lnTo>
                  <a:lnTo>
                    <a:pt x="0" y="2554644"/>
                  </a:lnTo>
                  <a:lnTo>
                    <a:pt x="0" y="2547937"/>
                  </a:lnTo>
                  <a:lnTo>
                    <a:pt x="0" y="198080"/>
                  </a:lnTo>
                  <a:lnTo>
                    <a:pt x="5243" y="158257"/>
                  </a:lnTo>
                  <a:lnTo>
                    <a:pt x="18155" y="120222"/>
                  </a:lnTo>
                  <a:lnTo>
                    <a:pt x="38239" y="85436"/>
                  </a:lnTo>
                  <a:lnTo>
                    <a:pt x="64723" y="55238"/>
                  </a:lnTo>
                  <a:lnTo>
                    <a:pt x="96590" y="30786"/>
                  </a:lnTo>
                  <a:lnTo>
                    <a:pt x="132615" y="13021"/>
                  </a:lnTo>
                  <a:lnTo>
                    <a:pt x="171413" y="2626"/>
                  </a:lnTo>
                  <a:lnTo>
                    <a:pt x="198080" y="0"/>
                  </a:lnTo>
                  <a:lnTo>
                    <a:pt x="1354494" y="0"/>
                  </a:lnTo>
                  <a:lnTo>
                    <a:pt x="1394317" y="5243"/>
                  </a:lnTo>
                  <a:lnTo>
                    <a:pt x="1432352" y="18155"/>
                  </a:lnTo>
                  <a:lnTo>
                    <a:pt x="1467137" y="38239"/>
                  </a:lnTo>
                  <a:lnTo>
                    <a:pt x="1497336" y="64723"/>
                  </a:lnTo>
                  <a:lnTo>
                    <a:pt x="1521788" y="96590"/>
                  </a:lnTo>
                  <a:lnTo>
                    <a:pt x="1539552" y="132615"/>
                  </a:lnTo>
                  <a:lnTo>
                    <a:pt x="1549948" y="171413"/>
                  </a:lnTo>
                  <a:lnTo>
                    <a:pt x="1552575" y="198080"/>
                  </a:lnTo>
                  <a:lnTo>
                    <a:pt x="1552575" y="2554644"/>
                  </a:lnTo>
                  <a:lnTo>
                    <a:pt x="1547331" y="2594467"/>
                  </a:lnTo>
                  <a:lnTo>
                    <a:pt x="1534419" y="2632502"/>
                  </a:lnTo>
                  <a:lnTo>
                    <a:pt x="1514335" y="2667287"/>
                  </a:lnTo>
                  <a:lnTo>
                    <a:pt x="1487851" y="2697486"/>
                  </a:lnTo>
                  <a:lnTo>
                    <a:pt x="1455984" y="2721937"/>
                  </a:lnTo>
                  <a:lnTo>
                    <a:pt x="1419959" y="2739702"/>
                  </a:lnTo>
                  <a:lnTo>
                    <a:pt x="1381161" y="2750098"/>
                  </a:lnTo>
                  <a:lnTo>
                    <a:pt x="1361185" y="2752395"/>
                  </a:lnTo>
                  <a:lnTo>
                    <a:pt x="1354494" y="2752724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243512" y="5300662"/>
              <a:ext cx="1552575" cy="2752725"/>
            </a:xfrm>
            <a:custGeom>
              <a:avLst/>
              <a:gdLst/>
              <a:ahLst/>
              <a:cxnLst/>
              <a:rect l="l" t="t" r="r" b="b"/>
              <a:pathLst>
                <a:path w="1552575" h="2752725">
                  <a:moveTo>
                    <a:pt x="0" y="2547937"/>
                  </a:moveTo>
                  <a:lnTo>
                    <a:pt x="0" y="204787"/>
                  </a:lnTo>
                  <a:lnTo>
                    <a:pt x="0" y="198080"/>
                  </a:lnTo>
                  <a:lnTo>
                    <a:pt x="328" y="191389"/>
                  </a:lnTo>
                  <a:lnTo>
                    <a:pt x="6871" y="151759"/>
                  </a:lnTo>
                  <a:lnTo>
                    <a:pt x="8818" y="145340"/>
                  </a:lnTo>
                  <a:lnTo>
                    <a:pt x="10765" y="138922"/>
                  </a:lnTo>
                  <a:lnTo>
                    <a:pt x="27342" y="102336"/>
                  </a:lnTo>
                  <a:lnTo>
                    <a:pt x="34512" y="91013"/>
                  </a:lnTo>
                  <a:lnTo>
                    <a:pt x="38239" y="85436"/>
                  </a:lnTo>
                  <a:lnTo>
                    <a:pt x="42229" y="80056"/>
                  </a:lnTo>
                  <a:lnTo>
                    <a:pt x="46484" y="74871"/>
                  </a:lnTo>
                  <a:lnTo>
                    <a:pt x="50739" y="69687"/>
                  </a:lnTo>
                  <a:lnTo>
                    <a:pt x="74871" y="46484"/>
                  </a:lnTo>
                  <a:lnTo>
                    <a:pt x="80056" y="42229"/>
                  </a:lnTo>
                  <a:lnTo>
                    <a:pt x="85436" y="38239"/>
                  </a:lnTo>
                  <a:lnTo>
                    <a:pt x="91013" y="34512"/>
                  </a:lnTo>
                  <a:lnTo>
                    <a:pt x="96590" y="30786"/>
                  </a:lnTo>
                  <a:lnTo>
                    <a:pt x="102336" y="27342"/>
                  </a:lnTo>
                  <a:lnTo>
                    <a:pt x="108251" y="24181"/>
                  </a:lnTo>
                  <a:lnTo>
                    <a:pt x="114166" y="21019"/>
                  </a:lnTo>
                  <a:lnTo>
                    <a:pt x="151759" y="6871"/>
                  </a:lnTo>
                  <a:lnTo>
                    <a:pt x="191389" y="328"/>
                  </a:lnTo>
                  <a:lnTo>
                    <a:pt x="198080" y="0"/>
                  </a:lnTo>
                  <a:lnTo>
                    <a:pt x="204787" y="0"/>
                  </a:lnTo>
                  <a:lnTo>
                    <a:pt x="1347787" y="0"/>
                  </a:lnTo>
                  <a:lnTo>
                    <a:pt x="1354494" y="0"/>
                  </a:lnTo>
                  <a:lnTo>
                    <a:pt x="1361185" y="328"/>
                  </a:lnTo>
                  <a:lnTo>
                    <a:pt x="1367860" y="986"/>
                  </a:lnTo>
                  <a:lnTo>
                    <a:pt x="1374534" y="1643"/>
                  </a:lnTo>
                  <a:lnTo>
                    <a:pt x="1381161" y="2626"/>
                  </a:lnTo>
                  <a:lnTo>
                    <a:pt x="1387739" y="3934"/>
                  </a:lnTo>
                  <a:lnTo>
                    <a:pt x="1394317" y="5243"/>
                  </a:lnTo>
                  <a:lnTo>
                    <a:pt x="1400815" y="6871"/>
                  </a:lnTo>
                  <a:lnTo>
                    <a:pt x="1407233" y="8818"/>
                  </a:lnTo>
                  <a:lnTo>
                    <a:pt x="1413652" y="10765"/>
                  </a:lnTo>
                  <a:lnTo>
                    <a:pt x="1419959" y="13021"/>
                  </a:lnTo>
                  <a:lnTo>
                    <a:pt x="1426155" y="15588"/>
                  </a:lnTo>
                  <a:lnTo>
                    <a:pt x="1432352" y="18155"/>
                  </a:lnTo>
                  <a:lnTo>
                    <a:pt x="1438408" y="21019"/>
                  </a:lnTo>
                  <a:lnTo>
                    <a:pt x="1444323" y="24181"/>
                  </a:lnTo>
                  <a:lnTo>
                    <a:pt x="1450238" y="27342"/>
                  </a:lnTo>
                  <a:lnTo>
                    <a:pt x="1455984" y="30786"/>
                  </a:lnTo>
                  <a:lnTo>
                    <a:pt x="1461560" y="34512"/>
                  </a:lnTo>
                  <a:lnTo>
                    <a:pt x="1467137" y="38239"/>
                  </a:lnTo>
                  <a:lnTo>
                    <a:pt x="1492593" y="59980"/>
                  </a:lnTo>
                  <a:lnTo>
                    <a:pt x="1497336" y="64723"/>
                  </a:lnTo>
                  <a:lnTo>
                    <a:pt x="1518061" y="91013"/>
                  </a:lnTo>
                  <a:lnTo>
                    <a:pt x="1521788" y="96590"/>
                  </a:lnTo>
                  <a:lnTo>
                    <a:pt x="1525231" y="102336"/>
                  </a:lnTo>
                  <a:lnTo>
                    <a:pt x="1528393" y="108251"/>
                  </a:lnTo>
                  <a:lnTo>
                    <a:pt x="1531555" y="114166"/>
                  </a:lnTo>
                  <a:lnTo>
                    <a:pt x="1534419" y="120222"/>
                  </a:lnTo>
                  <a:lnTo>
                    <a:pt x="1536986" y="126418"/>
                  </a:lnTo>
                  <a:lnTo>
                    <a:pt x="1539552" y="132615"/>
                  </a:lnTo>
                  <a:lnTo>
                    <a:pt x="1549948" y="171413"/>
                  </a:lnTo>
                  <a:lnTo>
                    <a:pt x="1552575" y="198080"/>
                  </a:lnTo>
                  <a:lnTo>
                    <a:pt x="1552574" y="204787"/>
                  </a:lnTo>
                  <a:lnTo>
                    <a:pt x="1552574" y="2547937"/>
                  </a:lnTo>
                  <a:lnTo>
                    <a:pt x="1548639" y="2587888"/>
                  </a:lnTo>
                  <a:lnTo>
                    <a:pt x="1547331" y="2594467"/>
                  </a:lnTo>
                  <a:lnTo>
                    <a:pt x="1536986" y="2626305"/>
                  </a:lnTo>
                  <a:lnTo>
                    <a:pt x="1534419" y="2632502"/>
                  </a:lnTo>
                  <a:lnTo>
                    <a:pt x="1531555" y="2638558"/>
                  </a:lnTo>
                  <a:lnTo>
                    <a:pt x="1528393" y="2644473"/>
                  </a:lnTo>
                  <a:lnTo>
                    <a:pt x="1525232" y="2650388"/>
                  </a:lnTo>
                  <a:lnTo>
                    <a:pt x="1521788" y="2656133"/>
                  </a:lnTo>
                  <a:lnTo>
                    <a:pt x="1518061" y="2661710"/>
                  </a:lnTo>
                  <a:lnTo>
                    <a:pt x="1514335" y="2667287"/>
                  </a:lnTo>
                  <a:lnTo>
                    <a:pt x="1510344" y="2672668"/>
                  </a:lnTo>
                  <a:lnTo>
                    <a:pt x="1506090" y="2677852"/>
                  </a:lnTo>
                  <a:lnTo>
                    <a:pt x="1501835" y="2683037"/>
                  </a:lnTo>
                  <a:lnTo>
                    <a:pt x="1497336" y="2688001"/>
                  </a:lnTo>
                  <a:lnTo>
                    <a:pt x="1492593" y="2692743"/>
                  </a:lnTo>
                  <a:lnTo>
                    <a:pt x="1487851" y="2697486"/>
                  </a:lnTo>
                  <a:lnTo>
                    <a:pt x="1482887" y="2701985"/>
                  </a:lnTo>
                  <a:lnTo>
                    <a:pt x="1477703" y="2706239"/>
                  </a:lnTo>
                  <a:lnTo>
                    <a:pt x="1472518" y="2710494"/>
                  </a:lnTo>
                  <a:lnTo>
                    <a:pt x="1467137" y="2714485"/>
                  </a:lnTo>
                  <a:lnTo>
                    <a:pt x="1461560" y="2718211"/>
                  </a:lnTo>
                  <a:lnTo>
                    <a:pt x="1455984" y="2721937"/>
                  </a:lnTo>
                  <a:lnTo>
                    <a:pt x="1450238" y="2725381"/>
                  </a:lnTo>
                  <a:lnTo>
                    <a:pt x="1444323" y="2728543"/>
                  </a:lnTo>
                  <a:lnTo>
                    <a:pt x="1438408" y="2731704"/>
                  </a:lnTo>
                  <a:lnTo>
                    <a:pt x="1432352" y="2734568"/>
                  </a:lnTo>
                  <a:lnTo>
                    <a:pt x="1426155" y="2737135"/>
                  </a:lnTo>
                  <a:lnTo>
                    <a:pt x="1419959" y="2739702"/>
                  </a:lnTo>
                  <a:lnTo>
                    <a:pt x="1387739" y="2748789"/>
                  </a:lnTo>
                  <a:lnTo>
                    <a:pt x="1381161" y="2750098"/>
                  </a:lnTo>
                  <a:lnTo>
                    <a:pt x="1374534" y="2751081"/>
                  </a:lnTo>
                  <a:lnTo>
                    <a:pt x="1367860" y="2751738"/>
                  </a:lnTo>
                  <a:lnTo>
                    <a:pt x="1361185" y="2752395"/>
                  </a:lnTo>
                  <a:lnTo>
                    <a:pt x="1354494" y="2752724"/>
                  </a:lnTo>
                  <a:lnTo>
                    <a:pt x="1347787" y="2752724"/>
                  </a:lnTo>
                  <a:lnTo>
                    <a:pt x="204787" y="2752724"/>
                  </a:lnTo>
                  <a:lnTo>
                    <a:pt x="198080" y="2752724"/>
                  </a:lnTo>
                  <a:lnTo>
                    <a:pt x="191389" y="2752395"/>
                  </a:lnTo>
                  <a:lnTo>
                    <a:pt x="151759" y="2745853"/>
                  </a:lnTo>
                  <a:lnTo>
                    <a:pt x="114166" y="2731704"/>
                  </a:lnTo>
                  <a:lnTo>
                    <a:pt x="80056" y="2710494"/>
                  </a:lnTo>
                  <a:lnTo>
                    <a:pt x="74871" y="2706239"/>
                  </a:lnTo>
                  <a:lnTo>
                    <a:pt x="69687" y="2701985"/>
                  </a:lnTo>
                  <a:lnTo>
                    <a:pt x="64723" y="2697486"/>
                  </a:lnTo>
                  <a:lnTo>
                    <a:pt x="59980" y="2692743"/>
                  </a:lnTo>
                  <a:lnTo>
                    <a:pt x="55238" y="2688001"/>
                  </a:lnTo>
                  <a:lnTo>
                    <a:pt x="50739" y="2683037"/>
                  </a:lnTo>
                  <a:lnTo>
                    <a:pt x="46484" y="2677852"/>
                  </a:lnTo>
                  <a:lnTo>
                    <a:pt x="42229" y="2672668"/>
                  </a:lnTo>
                  <a:lnTo>
                    <a:pt x="38239" y="2667287"/>
                  </a:lnTo>
                  <a:lnTo>
                    <a:pt x="34512" y="2661710"/>
                  </a:lnTo>
                  <a:lnTo>
                    <a:pt x="30786" y="2656133"/>
                  </a:lnTo>
                  <a:lnTo>
                    <a:pt x="27342" y="2650388"/>
                  </a:lnTo>
                  <a:lnTo>
                    <a:pt x="24181" y="2644473"/>
                  </a:lnTo>
                  <a:lnTo>
                    <a:pt x="21019" y="2638558"/>
                  </a:lnTo>
                  <a:lnTo>
                    <a:pt x="8818" y="2607383"/>
                  </a:lnTo>
                  <a:lnTo>
                    <a:pt x="6871" y="2600965"/>
                  </a:lnTo>
                  <a:lnTo>
                    <a:pt x="5243" y="2594467"/>
                  </a:lnTo>
                  <a:lnTo>
                    <a:pt x="3934" y="2587888"/>
                  </a:lnTo>
                  <a:lnTo>
                    <a:pt x="2626" y="2581310"/>
                  </a:lnTo>
                  <a:lnTo>
                    <a:pt x="1643" y="2574684"/>
                  </a:lnTo>
                  <a:lnTo>
                    <a:pt x="986" y="2568009"/>
                  </a:lnTo>
                  <a:lnTo>
                    <a:pt x="328" y="2561335"/>
                  </a:lnTo>
                  <a:lnTo>
                    <a:pt x="0" y="2554644"/>
                  </a:lnTo>
                  <a:lnTo>
                    <a:pt x="0" y="2547937"/>
                  </a:lnTo>
                  <a:close/>
                </a:path>
              </a:pathLst>
            </a:custGeom>
            <a:ln w="952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72087" y="5419724"/>
              <a:ext cx="1019810" cy="895350"/>
            </a:xfrm>
            <a:custGeom>
              <a:avLst/>
              <a:gdLst/>
              <a:ahLst/>
              <a:cxnLst/>
              <a:rect l="l" t="t" r="r" b="b"/>
              <a:pathLst>
                <a:path w="1019810" h="895350">
                  <a:moveTo>
                    <a:pt x="1019187" y="628650"/>
                  </a:moveTo>
                  <a:lnTo>
                    <a:pt x="1019175" y="0"/>
                  </a:lnTo>
                  <a:lnTo>
                    <a:pt x="0" y="0"/>
                  </a:lnTo>
                  <a:lnTo>
                    <a:pt x="0" y="638175"/>
                  </a:lnTo>
                  <a:lnTo>
                    <a:pt x="0" y="895350"/>
                  </a:lnTo>
                  <a:lnTo>
                    <a:pt x="1019175" y="895350"/>
                  </a:lnTo>
                  <a:lnTo>
                    <a:pt x="1019175" y="638175"/>
                  </a:lnTo>
                  <a:lnTo>
                    <a:pt x="1019187" y="62865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407024" y="5473699"/>
            <a:ext cx="942340" cy="803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F10808"/>
                </a:solidFill>
                <a:latin typeface="Segoe UI"/>
                <a:cs typeface="Segoe UI"/>
              </a:rPr>
              <a:t>director</a:t>
            </a:r>
            <a:endParaRPr sz="21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500" spc="-400" dirty="0">
                <a:solidFill>
                  <a:srgbClr val="F10808"/>
                </a:solidFill>
                <a:latin typeface="Segoe UI Symbol"/>
                <a:cs typeface="Segoe UI Symbol"/>
              </a:rPr>
              <a:t></a:t>
            </a:r>
            <a:endParaRPr sz="15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000" dirty="0">
                <a:solidFill>
                  <a:srgbClr val="F10808"/>
                </a:solidFill>
                <a:latin typeface="Segoe UI"/>
                <a:cs typeface="Segoe UI"/>
              </a:rPr>
              <a:t>Cristina</a:t>
            </a:r>
            <a:r>
              <a:rPr sz="1000" spc="-20" dirty="0">
                <a:solidFill>
                  <a:srgbClr val="F10808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10808"/>
                </a:solidFill>
                <a:latin typeface="Segoe UI"/>
                <a:cs typeface="Segoe UI"/>
              </a:rPr>
              <a:t>Jacob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842759" y="5202935"/>
            <a:ext cx="1880870" cy="3081655"/>
            <a:chOff x="6842759" y="5202935"/>
            <a:chExt cx="1880870" cy="3081655"/>
          </a:xfrm>
        </p:grpSpPr>
        <p:sp>
          <p:nvSpPr>
            <p:cNvPr id="47" name="object 47"/>
            <p:cNvSpPr/>
            <p:nvPr/>
          </p:nvSpPr>
          <p:spPr>
            <a:xfrm>
              <a:off x="6842759" y="5202935"/>
              <a:ext cx="1880870" cy="3081655"/>
            </a:xfrm>
            <a:custGeom>
              <a:avLst/>
              <a:gdLst/>
              <a:ahLst/>
              <a:cxnLst/>
              <a:rect l="l" t="t" r="r" b="b"/>
              <a:pathLst>
                <a:path w="1880870" h="3081654">
                  <a:moveTo>
                    <a:pt x="1880615" y="3081527"/>
                  </a:moveTo>
                  <a:lnTo>
                    <a:pt x="0" y="3081527"/>
                  </a:lnTo>
                  <a:lnTo>
                    <a:pt x="0" y="0"/>
                  </a:lnTo>
                  <a:lnTo>
                    <a:pt x="1880615" y="0"/>
                  </a:lnTo>
                  <a:lnTo>
                    <a:pt x="1880615" y="102488"/>
                  </a:lnTo>
                  <a:lnTo>
                    <a:pt x="300989" y="102488"/>
                  </a:lnTo>
                  <a:lnTo>
                    <a:pt x="281284" y="103440"/>
                  </a:lnTo>
                  <a:lnTo>
                    <a:pt x="243010" y="111053"/>
                  </a:lnTo>
                  <a:lnTo>
                    <a:pt x="206602" y="126133"/>
                  </a:lnTo>
                  <a:lnTo>
                    <a:pt x="174156" y="147813"/>
                  </a:lnTo>
                  <a:lnTo>
                    <a:pt x="146289" y="175680"/>
                  </a:lnTo>
                  <a:lnTo>
                    <a:pt x="124609" y="208126"/>
                  </a:lnTo>
                  <a:lnTo>
                    <a:pt x="109528" y="244535"/>
                  </a:lnTo>
                  <a:lnTo>
                    <a:pt x="101916" y="282809"/>
                  </a:lnTo>
                  <a:lnTo>
                    <a:pt x="100964" y="302513"/>
                  </a:lnTo>
                  <a:lnTo>
                    <a:pt x="100964" y="2645663"/>
                  </a:lnTo>
                  <a:lnTo>
                    <a:pt x="104770" y="2684694"/>
                  </a:lnTo>
                  <a:lnTo>
                    <a:pt x="116190" y="2722209"/>
                  </a:lnTo>
                  <a:lnTo>
                    <a:pt x="134642" y="2756812"/>
                  </a:lnTo>
                  <a:lnTo>
                    <a:pt x="159550" y="2787102"/>
                  </a:lnTo>
                  <a:lnTo>
                    <a:pt x="189839" y="2812009"/>
                  </a:lnTo>
                  <a:lnTo>
                    <a:pt x="224442" y="2830462"/>
                  </a:lnTo>
                  <a:lnTo>
                    <a:pt x="261958" y="2841881"/>
                  </a:lnTo>
                  <a:lnTo>
                    <a:pt x="300989" y="2845688"/>
                  </a:lnTo>
                  <a:lnTo>
                    <a:pt x="1880615" y="2845688"/>
                  </a:lnTo>
                  <a:lnTo>
                    <a:pt x="1880615" y="3081527"/>
                  </a:lnTo>
                  <a:close/>
                </a:path>
                <a:path w="1880870" h="3081654">
                  <a:moveTo>
                    <a:pt x="1880615" y="2845688"/>
                  </a:moveTo>
                  <a:lnTo>
                    <a:pt x="1443989" y="2845688"/>
                  </a:lnTo>
                  <a:lnTo>
                    <a:pt x="1463694" y="2844736"/>
                  </a:lnTo>
                  <a:lnTo>
                    <a:pt x="1483020" y="2841881"/>
                  </a:lnTo>
                  <a:lnTo>
                    <a:pt x="1520535" y="2830462"/>
                  </a:lnTo>
                  <a:lnTo>
                    <a:pt x="1555138" y="2812009"/>
                  </a:lnTo>
                  <a:lnTo>
                    <a:pt x="1585428" y="2787102"/>
                  </a:lnTo>
                  <a:lnTo>
                    <a:pt x="1610335" y="2756812"/>
                  </a:lnTo>
                  <a:lnTo>
                    <a:pt x="1628788" y="2722209"/>
                  </a:lnTo>
                  <a:lnTo>
                    <a:pt x="1640207" y="2684694"/>
                  </a:lnTo>
                  <a:lnTo>
                    <a:pt x="1644014" y="2645663"/>
                  </a:lnTo>
                  <a:lnTo>
                    <a:pt x="1644014" y="302513"/>
                  </a:lnTo>
                  <a:lnTo>
                    <a:pt x="1640207" y="263482"/>
                  </a:lnTo>
                  <a:lnTo>
                    <a:pt x="1628788" y="225966"/>
                  </a:lnTo>
                  <a:lnTo>
                    <a:pt x="1610335" y="191364"/>
                  </a:lnTo>
                  <a:lnTo>
                    <a:pt x="1585428" y="161074"/>
                  </a:lnTo>
                  <a:lnTo>
                    <a:pt x="1555138" y="136167"/>
                  </a:lnTo>
                  <a:lnTo>
                    <a:pt x="1520535" y="117714"/>
                  </a:lnTo>
                  <a:lnTo>
                    <a:pt x="1483020" y="106295"/>
                  </a:lnTo>
                  <a:lnTo>
                    <a:pt x="1443989" y="102488"/>
                  </a:lnTo>
                  <a:lnTo>
                    <a:pt x="1880615" y="102488"/>
                  </a:lnTo>
                  <a:lnTo>
                    <a:pt x="1880615" y="2845688"/>
                  </a:lnTo>
                  <a:close/>
                </a:path>
              </a:pathLst>
            </a:custGeom>
            <a:solidFill>
              <a:srgbClr val="252423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938962" y="5300662"/>
              <a:ext cx="1552575" cy="2752725"/>
            </a:xfrm>
            <a:custGeom>
              <a:avLst/>
              <a:gdLst/>
              <a:ahLst/>
              <a:cxnLst/>
              <a:rect l="l" t="t" r="r" b="b"/>
              <a:pathLst>
                <a:path w="1552575" h="2752725">
                  <a:moveTo>
                    <a:pt x="1354494" y="2752724"/>
                  </a:moveTo>
                  <a:lnTo>
                    <a:pt x="198080" y="2752724"/>
                  </a:lnTo>
                  <a:lnTo>
                    <a:pt x="191389" y="2752395"/>
                  </a:lnTo>
                  <a:lnTo>
                    <a:pt x="151759" y="2745853"/>
                  </a:lnTo>
                  <a:lnTo>
                    <a:pt x="114166" y="2731704"/>
                  </a:lnTo>
                  <a:lnTo>
                    <a:pt x="80056" y="2710494"/>
                  </a:lnTo>
                  <a:lnTo>
                    <a:pt x="50739" y="2683037"/>
                  </a:lnTo>
                  <a:lnTo>
                    <a:pt x="27342" y="2650388"/>
                  </a:lnTo>
                  <a:lnTo>
                    <a:pt x="10765" y="2613801"/>
                  </a:lnTo>
                  <a:lnTo>
                    <a:pt x="1643" y="2574684"/>
                  </a:lnTo>
                  <a:lnTo>
                    <a:pt x="0" y="2554644"/>
                  </a:lnTo>
                  <a:lnTo>
                    <a:pt x="0" y="2547937"/>
                  </a:lnTo>
                  <a:lnTo>
                    <a:pt x="0" y="198080"/>
                  </a:lnTo>
                  <a:lnTo>
                    <a:pt x="5243" y="158257"/>
                  </a:lnTo>
                  <a:lnTo>
                    <a:pt x="18155" y="120222"/>
                  </a:lnTo>
                  <a:lnTo>
                    <a:pt x="38239" y="85436"/>
                  </a:lnTo>
                  <a:lnTo>
                    <a:pt x="64723" y="55238"/>
                  </a:lnTo>
                  <a:lnTo>
                    <a:pt x="96590" y="30786"/>
                  </a:lnTo>
                  <a:lnTo>
                    <a:pt x="132615" y="13021"/>
                  </a:lnTo>
                  <a:lnTo>
                    <a:pt x="171413" y="2626"/>
                  </a:lnTo>
                  <a:lnTo>
                    <a:pt x="198080" y="0"/>
                  </a:lnTo>
                  <a:lnTo>
                    <a:pt x="1354494" y="0"/>
                  </a:lnTo>
                  <a:lnTo>
                    <a:pt x="1394317" y="5243"/>
                  </a:lnTo>
                  <a:lnTo>
                    <a:pt x="1432352" y="18155"/>
                  </a:lnTo>
                  <a:lnTo>
                    <a:pt x="1467137" y="38239"/>
                  </a:lnTo>
                  <a:lnTo>
                    <a:pt x="1497336" y="64723"/>
                  </a:lnTo>
                  <a:lnTo>
                    <a:pt x="1521788" y="96590"/>
                  </a:lnTo>
                  <a:lnTo>
                    <a:pt x="1539552" y="132615"/>
                  </a:lnTo>
                  <a:lnTo>
                    <a:pt x="1549948" y="171413"/>
                  </a:lnTo>
                  <a:lnTo>
                    <a:pt x="1552575" y="198080"/>
                  </a:lnTo>
                  <a:lnTo>
                    <a:pt x="1552575" y="2554644"/>
                  </a:lnTo>
                  <a:lnTo>
                    <a:pt x="1547331" y="2594467"/>
                  </a:lnTo>
                  <a:lnTo>
                    <a:pt x="1534419" y="2632502"/>
                  </a:lnTo>
                  <a:lnTo>
                    <a:pt x="1514335" y="2667287"/>
                  </a:lnTo>
                  <a:lnTo>
                    <a:pt x="1487851" y="2697486"/>
                  </a:lnTo>
                  <a:lnTo>
                    <a:pt x="1455984" y="2721937"/>
                  </a:lnTo>
                  <a:lnTo>
                    <a:pt x="1419959" y="2739702"/>
                  </a:lnTo>
                  <a:lnTo>
                    <a:pt x="1381161" y="2750098"/>
                  </a:lnTo>
                  <a:lnTo>
                    <a:pt x="1361185" y="2752395"/>
                  </a:lnTo>
                  <a:lnTo>
                    <a:pt x="1354494" y="2752724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938962" y="5300662"/>
              <a:ext cx="1552575" cy="2752725"/>
            </a:xfrm>
            <a:custGeom>
              <a:avLst/>
              <a:gdLst/>
              <a:ahLst/>
              <a:cxnLst/>
              <a:rect l="l" t="t" r="r" b="b"/>
              <a:pathLst>
                <a:path w="1552575" h="2752725">
                  <a:moveTo>
                    <a:pt x="0" y="2547937"/>
                  </a:moveTo>
                  <a:lnTo>
                    <a:pt x="0" y="204787"/>
                  </a:lnTo>
                  <a:lnTo>
                    <a:pt x="0" y="198080"/>
                  </a:lnTo>
                  <a:lnTo>
                    <a:pt x="328" y="191389"/>
                  </a:lnTo>
                  <a:lnTo>
                    <a:pt x="6871" y="151759"/>
                  </a:lnTo>
                  <a:lnTo>
                    <a:pt x="8818" y="145340"/>
                  </a:lnTo>
                  <a:lnTo>
                    <a:pt x="10765" y="138922"/>
                  </a:lnTo>
                  <a:lnTo>
                    <a:pt x="27342" y="102336"/>
                  </a:lnTo>
                  <a:lnTo>
                    <a:pt x="34512" y="91013"/>
                  </a:lnTo>
                  <a:lnTo>
                    <a:pt x="38239" y="85436"/>
                  </a:lnTo>
                  <a:lnTo>
                    <a:pt x="42229" y="80056"/>
                  </a:lnTo>
                  <a:lnTo>
                    <a:pt x="46484" y="74871"/>
                  </a:lnTo>
                  <a:lnTo>
                    <a:pt x="50739" y="69687"/>
                  </a:lnTo>
                  <a:lnTo>
                    <a:pt x="74871" y="46484"/>
                  </a:lnTo>
                  <a:lnTo>
                    <a:pt x="80056" y="42229"/>
                  </a:lnTo>
                  <a:lnTo>
                    <a:pt x="85436" y="38239"/>
                  </a:lnTo>
                  <a:lnTo>
                    <a:pt x="91013" y="34512"/>
                  </a:lnTo>
                  <a:lnTo>
                    <a:pt x="96590" y="30786"/>
                  </a:lnTo>
                  <a:lnTo>
                    <a:pt x="102336" y="27342"/>
                  </a:lnTo>
                  <a:lnTo>
                    <a:pt x="108251" y="24181"/>
                  </a:lnTo>
                  <a:lnTo>
                    <a:pt x="114166" y="21019"/>
                  </a:lnTo>
                  <a:lnTo>
                    <a:pt x="151759" y="6871"/>
                  </a:lnTo>
                  <a:lnTo>
                    <a:pt x="191389" y="328"/>
                  </a:lnTo>
                  <a:lnTo>
                    <a:pt x="198080" y="0"/>
                  </a:lnTo>
                  <a:lnTo>
                    <a:pt x="204787" y="0"/>
                  </a:lnTo>
                  <a:lnTo>
                    <a:pt x="1347787" y="0"/>
                  </a:lnTo>
                  <a:lnTo>
                    <a:pt x="1354494" y="0"/>
                  </a:lnTo>
                  <a:lnTo>
                    <a:pt x="1361185" y="328"/>
                  </a:lnTo>
                  <a:lnTo>
                    <a:pt x="1367860" y="986"/>
                  </a:lnTo>
                  <a:lnTo>
                    <a:pt x="1374534" y="1643"/>
                  </a:lnTo>
                  <a:lnTo>
                    <a:pt x="1381161" y="2626"/>
                  </a:lnTo>
                  <a:lnTo>
                    <a:pt x="1387739" y="3934"/>
                  </a:lnTo>
                  <a:lnTo>
                    <a:pt x="1394317" y="5243"/>
                  </a:lnTo>
                  <a:lnTo>
                    <a:pt x="1400815" y="6871"/>
                  </a:lnTo>
                  <a:lnTo>
                    <a:pt x="1407233" y="8818"/>
                  </a:lnTo>
                  <a:lnTo>
                    <a:pt x="1413652" y="10765"/>
                  </a:lnTo>
                  <a:lnTo>
                    <a:pt x="1419959" y="13021"/>
                  </a:lnTo>
                  <a:lnTo>
                    <a:pt x="1426155" y="15588"/>
                  </a:lnTo>
                  <a:lnTo>
                    <a:pt x="1432352" y="18155"/>
                  </a:lnTo>
                  <a:lnTo>
                    <a:pt x="1438408" y="21019"/>
                  </a:lnTo>
                  <a:lnTo>
                    <a:pt x="1444323" y="24181"/>
                  </a:lnTo>
                  <a:lnTo>
                    <a:pt x="1450238" y="27342"/>
                  </a:lnTo>
                  <a:lnTo>
                    <a:pt x="1455984" y="30786"/>
                  </a:lnTo>
                  <a:lnTo>
                    <a:pt x="1461560" y="34512"/>
                  </a:lnTo>
                  <a:lnTo>
                    <a:pt x="1467137" y="38239"/>
                  </a:lnTo>
                  <a:lnTo>
                    <a:pt x="1492593" y="59980"/>
                  </a:lnTo>
                  <a:lnTo>
                    <a:pt x="1497336" y="64723"/>
                  </a:lnTo>
                  <a:lnTo>
                    <a:pt x="1518061" y="91013"/>
                  </a:lnTo>
                  <a:lnTo>
                    <a:pt x="1521788" y="96590"/>
                  </a:lnTo>
                  <a:lnTo>
                    <a:pt x="1525231" y="102336"/>
                  </a:lnTo>
                  <a:lnTo>
                    <a:pt x="1528393" y="108251"/>
                  </a:lnTo>
                  <a:lnTo>
                    <a:pt x="1531555" y="114166"/>
                  </a:lnTo>
                  <a:lnTo>
                    <a:pt x="1534419" y="120222"/>
                  </a:lnTo>
                  <a:lnTo>
                    <a:pt x="1536986" y="126418"/>
                  </a:lnTo>
                  <a:lnTo>
                    <a:pt x="1539552" y="132615"/>
                  </a:lnTo>
                  <a:lnTo>
                    <a:pt x="1549948" y="171413"/>
                  </a:lnTo>
                  <a:lnTo>
                    <a:pt x="1552575" y="198080"/>
                  </a:lnTo>
                  <a:lnTo>
                    <a:pt x="1552574" y="204787"/>
                  </a:lnTo>
                  <a:lnTo>
                    <a:pt x="1552574" y="2547937"/>
                  </a:lnTo>
                  <a:lnTo>
                    <a:pt x="1548639" y="2587888"/>
                  </a:lnTo>
                  <a:lnTo>
                    <a:pt x="1547331" y="2594467"/>
                  </a:lnTo>
                  <a:lnTo>
                    <a:pt x="1536986" y="2626305"/>
                  </a:lnTo>
                  <a:lnTo>
                    <a:pt x="1534419" y="2632502"/>
                  </a:lnTo>
                  <a:lnTo>
                    <a:pt x="1531555" y="2638558"/>
                  </a:lnTo>
                  <a:lnTo>
                    <a:pt x="1528393" y="2644473"/>
                  </a:lnTo>
                  <a:lnTo>
                    <a:pt x="1525232" y="2650388"/>
                  </a:lnTo>
                  <a:lnTo>
                    <a:pt x="1521788" y="2656133"/>
                  </a:lnTo>
                  <a:lnTo>
                    <a:pt x="1518061" y="2661710"/>
                  </a:lnTo>
                  <a:lnTo>
                    <a:pt x="1514335" y="2667287"/>
                  </a:lnTo>
                  <a:lnTo>
                    <a:pt x="1510344" y="2672668"/>
                  </a:lnTo>
                  <a:lnTo>
                    <a:pt x="1506090" y="2677852"/>
                  </a:lnTo>
                  <a:lnTo>
                    <a:pt x="1501835" y="2683037"/>
                  </a:lnTo>
                  <a:lnTo>
                    <a:pt x="1497336" y="2688001"/>
                  </a:lnTo>
                  <a:lnTo>
                    <a:pt x="1492593" y="2692743"/>
                  </a:lnTo>
                  <a:lnTo>
                    <a:pt x="1487851" y="2697486"/>
                  </a:lnTo>
                  <a:lnTo>
                    <a:pt x="1482887" y="2701985"/>
                  </a:lnTo>
                  <a:lnTo>
                    <a:pt x="1477703" y="2706239"/>
                  </a:lnTo>
                  <a:lnTo>
                    <a:pt x="1472518" y="2710494"/>
                  </a:lnTo>
                  <a:lnTo>
                    <a:pt x="1467137" y="2714485"/>
                  </a:lnTo>
                  <a:lnTo>
                    <a:pt x="1461560" y="2718211"/>
                  </a:lnTo>
                  <a:lnTo>
                    <a:pt x="1455984" y="2721937"/>
                  </a:lnTo>
                  <a:lnTo>
                    <a:pt x="1450238" y="2725381"/>
                  </a:lnTo>
                  <a:lnTo>
                    <a:pt x="1444323" y="2728543"/>
                  </a:lnTo>
                  <a:lnTo>
                    <a:pt x="1438408" y="2731704"/>
                  </a:lnTo>
                  <a:lnTo>
                    <a:pt x="1432352" y="2734568"/>
                  </a:lnTo>
                  <a:lnTo>
                    <a:pt x="1426155" y="2737135"/>
                  </a:lnTo>
                  <a:lnTo>
                    <a:pt x="1419959" y="2739702"/>
                  </a:lnTo>
                  <a:lnTo>
                    <a:pt x="1387739" y="2748789"/>
                  </a:lnTo>
                  <a:lnTo>
                    <a:pt x="1381161" y="2750098"/>
                  </a:lnTo>
                  <a:lnTo>
                    <a:pt x="1374534" y="2751081"/>
                  </a:lnTo>
                  <a:lnTo>
                    <a:pt x="1367860" y="2751738"/>
                  </a:lnTo>
                  <a:lnTo>
                    <a:pt x="1361185" y="2752395"/>
                  </a:lnTo>
                  <a:lnTo>
                    <a:pt x="1354494" y="2752724"/>
                  </a:lnTo>
                  <a:lnTo>
                    <a:pt x="1347787" y="2752724"/>
                  </a:lnTo>
                  <a:lnTo>
                    <a:pt x="204787" y="2752724"/>
                  </a:lnTo>
                  <a:lnTo>
                    <a:pt x="198080" y="2752724"/>
                  </a:lnTo>
                  <a:lnTo>
                    <a:pt x="191389" y="2752395"/>
                  </a:lnTo>
                  <a:lnTo>
                    <a:pt x="151759" y="2745853"/>
                  </a:lnTo>
                  <a:lnTo>
                    <a:pt x="114166" y="2731704"/>
                  </a:lnTo>
                  <a:lnTo>
                    <a:pt x="80056" y="2710494"/>
                  </a:lnTo>
                  <a:lnTo>
                    <a:pt x="74871" y="2706239"/>
                  </a:lnTo>
                  <a:lnTo>
                    <a:pt x="69687" y="2701985"/>
                  </a:lnTo>
                  <a:lnTo>
                    <a:pt x="64723" y="2697486"/>
                  </a:lnTo>
                  <a:lnTo>
                    <a:pt x="59980" y="2692743"/>
                  </a:lnTo>
                  <a:lnTo>
                    <a:pt x="55238" y="2688001"/>
                  </a:lnTo>
                  <a:lnTo>
                    <a:pt x="50739" y="2683037"/>
                  </a:lnTo>
                  <a:lnTo>
                    <a:pt x="46484" y="2677852"/>
                  </a:lnTo>
                  <a:lnTo>
                    <a:pt x="42229" y="2672668"/>
                  </a:lnTo>
                  <a:lnTo>
                    <a:pt x="38239" y="2667287"/>
                  </a:lnTo>
                  <a:lnTo>
                    <a:pt x="34512" y="2661710"/>
                  </a:lnTo>
                  <a:lnTo>
                    <a:pt x="30786" y="2656133"/>
                  </a:lnTo>
                  <a:lnTo>
                    <a:pt x="27342" y="2650388"/>
                  </a:lnTo>
                  <a:lnTo>
                    <a:pt x="24181" y="2644473"/>
                  </a:lnTo>
                  <a:lnTo>
                    <a:pt x="21019" y="2638558"/>
                  </a:lnTo>
                  <a:lnTo>
                    <a:pt x="8818" y="2607383"/>
                  </a:lnTo>
                  <a:lnTo>
                    <a:pt x="6871" y="2600965"/>
                  </a:lnTo>
                  <a:lnTo>
                    <a:pt x="5243" y="2594467"/>
                  </a:lnTo>
                  <a:lnTo>
                    <a:pt x="3934" y="2587888"/>
                  </a:lnTo>
                  <a:lnTo>
                    <a:pt x="2626" y="2581310"/>
                  </a:lnTo>
                  <a:lnTo>
                    <a:pt x="1643" y="2574684"/>
                  </a:lnTo>
                  <a:lnTo>
                    <a:pt x="986" y="2568009"/>
                  </a:lnTo>
                  <a:lnTo>
                    <a:pt x="328" y="2561335"/>
                  </a:lnTo>
                  <a:lnTo>
                    <a:pt x="0" y="2554644"/>
                  </a:lnTo>
                  <a:lnTo>
                    <a:pt x="0" y="2547937"/>
                  </a:lnTo>
                  <a:close/>
                </a:path>
              </a:pathLst>
            </a:custGeom>
            <a:ln w="952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067537" y="5419724"/>
              <a:ext cx="1143000" cy="638175"/>
            </a:xfrm>
            <a:custGeom>
              <a:avLst/>
              <a:gdLst/>
              <a:ahLst/>
              <a:cxnLst/>
              <a:rect l="l" t="t" r="r" b="b"/>
              <a:pathLst>
                <a:path w="1143000" h="638175">
                  <a:moveTo>
                    <a:pt x="1143000" y="0"/>
                  </a:moveTo>
                  <a:lnTo>
                    <a:pt x="0" y="0"/>
                  </a:lnTo>
                  <a:lnTo>
                    <a:pt x="0" y="628650"/>
                  </a:lnTo>
                  <a:lnTo>
                    <a:pt x="0" y="638175"/>
                  </a:lnTo>
                  <a:lnTo>
                    <a:pt x="1143000" y="638175"/>
                  </a:lnTo>
                  <a:lnTo>
                    <a:pt x="1143000" y="62865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102475" y="5798787"/>
            <a:ext cx="214629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-400" dirty="0">
                <a:solidFill>
                  <a:srgbClr val="F10808"/>
                </a:solidFill>
                <a:latin typeface="Segoe UI Symbol"/>
                <a:cs typeface="Segoe UI Symbol"/>
              </a:rPr>
              <a:t></a:t>
            </a:r>
            <a:endParaRPr sz="1500">
              <a:latin typeface="Segoe UI Symbol"/>
              <a:cs typeface="Segoe UI Symbo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067537" y="6057899"/>
            <a:ext cx="1143000" cy="1800225"/>
          </a:xfrm>
          <a:custGeom>
            <a:avLst/>
            <a:gdLst/>
            <a:ahLst/>
            <a:cxnLst/>
            <a:rect l="l" t="t" r="r" b="b"/>
            <a:pathLst>
              <a:path w="1143000" h="1800225">
                <a:moveTo>
                  <a:pt x="1143000" y="0"/>
                </a:moveTo>
                <a:lnTo>
                  <a:pt x="0" y="0"/>
                </a:lnTo>
                <a:lnTo>
                  <a:pt x="0" y="257175"/>
                </a:lnTo>
                <a:lnTo>
                  <a:pt x="0" y="514350"/>
                </a:lnTo>
                <a:lnTo>
                  <a:pt x="0" y="1800225"/>
                </a:lnTo>
                <a:lnTo>
                  <a:pt x="1143000" y="1800225"/>
                </a:lnTo>
                <a:lnTo>
                  <a:pt x="1143000" y="257175"/>
                </a:lnTo>
                <a:lnTo>
                  <a:pt x="11430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109469" y="5473699"/>
            <a:ext cx="1059180" cy="234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100" spc="-20" dirty="0">
                <a:solidFill>
                  <a:srgbClr val="F10808"/>
                </a:solidFill>
                <a:latin typeface="Segoe UI"/>
                <a:cs typeface="Segoe UI"/>
              </a:rPr>
              <a:t>cast</a:t>
            </a:r>
            <a:endParaRPr sz="2100">
              <a:latin typeface="Segoe UI"/>
              <a:cs typeface="Segoe UI"/>
            </a:endParaRPr>
          </a:p>
          <a:p>
            <a:pPr marL="135255" marR="127635" indent="-635" algn="ctr">
              <a:lnSpc>
                <a:spcPct val="168800"/>
              </a:lnSpc>
              <a:spcBef>
                <a:spcPts val="1580"/>
              </a:spcBef>
            </a:pPr>
            <a:r>
              <a:rPr sz="1000" dirty="0">
                <a:solidFill>
                  <a:srgbClr val="F10808"/>
                </a:solidFill>
                <a:latin typeface="Segoe UI"/>
                <a:cs typeface="Segoe UI"/>
              </a:rPr>
              <a:t>Alex</a:t>
            </a:r>
            <a:r>
              <a:rPr sz="1000" spc="-20" dirty="0">
                <a:solidFill>
                  <a:srgbClr val="F10808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10808"/>
                </a:solidFill>
                <a:latin typeface="Segoe UI"/>
                <a:cs typeface="Segoe UI"/>
              </a:rPr>
              <a:t>Calin </a:t>
            </a:r>
            <a:r>
              <a:rPr sz="1000" dirty="0">
                <a:solidFill>
                  <a:srgbClr val="F10808"/>
                </a:solidFill>
                <a:latin typeface="Segoe UI"/>
                <a:cs typeface="Segoe UI"/>
              </a:rPr>
              <a:t>Crina</a:t>
            </a:r>
            <a:r>
              <a:rPr sz="1000" spc="-20" dirty="0">
                <a:solidFill>
                  <a:srgbClr val="F10808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10808"/>
                </a:solidFill>
                <a:latin typeface="Segoe UI"/>
                <a:cs typeface="Segoe UI"/>
              </a:rPr>
              <a:t>Semciuc </a:t>
            </a:r>
            <a:r>
              <a:rPr sz="1000" dirty="0">
                <a:solidFill>
                  <a:srgbClr val="F10808"/>
                </a:solidFill>
                <a:latin typeface="Segoe UI"/>
                <a:cs typeface="Segoe UI"/>
              </a:rPr>
              <a:t>Flavia</a:t>
            </a:r>
            <a:r>
              <a:rPr sz="1000" spc="-15" dirty="0">
                <a:solidFill>
                  <a:srgbClr val="F10808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10808"/>
                </a:solidFill>
                <a:latin typeface="Segoe UI"/>
                <a:cs typeface="Segoe UI"/>
              </a:rPr>
              <a:t>Hojda</a:t>
            </a:r>
            <a:endParaRPr sz="1000">
              <a:latin typeface="Segoe UI"/>
              <a:cs typeface="Segoe UI"/>
            </a:endParaRPr>
          </a:p>
          <a:p>
            <a:pPr marL="12065" marR="5080" algn="ctr">
              <a:lnSpc>
                <a:spcPct val="168800"/>
              </a:lnSpc>
            </a:pPr>
            <a:r>
              <a:rPr sz="1000" dirty="0">
                <a:solidFill>
                  <a:srgbClr val="F10808"/>
                </a:solidFill>
                <a:latin typeface="Segoe UI"/>
                <a:cs typeface="Segoe UI"/>
              </a:rPr>
              <a:t>Maia</a:t>
            </a:r>
            <a:r>
              <a:rPr sz="1000" spc="-25" dirty="0">
                <a:solidFill>
                  <a:srgbClr val="F10808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10808"/>
                </a:solidFill>
                <a:latin typeface="Segoe UI"/>
                <a:cs typeface="Segoe UI"/>
              </a:rPr>
              <a:t>Morgenstern </a:t>
            </a:r>
            <a:r>
              <a:rPr sz="1000" dirty="0">
                <a:solidFill>
                  <a:srgbClr val="F10808"/>
                </a:solidFill>
                <a:latin typeface="Segoe UI"/>
                <a:cs typeface="Segoe UI"/>
              </a:rPr>
              <a:t>Maria</a:t>
            </a:r>
            <a:r>
              <a:rPr sz="1000" spc="-30" dirty="0">
                <a:solidFill>
                  <a:srgbClr val="F10808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10808"/>
                </a:solidFill>
                <a:latin typeface="Segoe UI"/>
                <a:cs typeface="Segoe UI"/>
              </a:rPr>
              <a:t>Dinulescu </a:t>
            </a:r>
            <a:r>
              <a:rPr sz="1000" dirty="0">
                <a:solidFill>
                  <a:srgbClr val="F10808"/>
                </a:solidFill>
                <a:latin typeface="Segoe UI"/>
                <a:cs typeface="Segoe UI"/>
              </a:rPr>
              <a:t>Mihaela</a:t>
            </a:r>
            <a:r>
              <a:rPr sz="1000" spc="-25" dirty="0">
                <a:solidFill>
                  <a:srgbClr val="F10808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10808"/>
                </a:solidFill>
                <a:latin typeface="Segoe UI"/>
                <a:cs typeface="Segoe UI"/>
              </a:rPr>
              <a:t>Mihut </a:t>
            </a:r>
            <a:r>
              <a:rPr sz="1000" dirty="0">
                <a:solidFill>
                  <a:srgbClr val="F10808"/>
                </a:solidFill>
                <a:latin typeface="Segoe UI"/>
                <a:cs typeface="Segoe UI"/>
              </a:rPr>
              <a:t>Olimpia</a:t>
            </a:r>
            <a:r>
              <a:rPr sz="1000" spc="-15" dirty="0">
                <a:solidFill>
                  <a:srgbClr val="F10808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10808"/>
                </a:solidFill>
                <a:latin typeface="Segoe UI"/>
                <a:cs typeface="Segoe UI"/>
              </a:rPr>
              <a:t>Melinte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067549" y="5419724"/>
            <a:ext cx="1304925" cy="2514600"/>
            <a:chOff x="7067549" y="5419724"/>
            <a:chExt cx="1304925" cy="2514600"/>
          </a:xfrm>
        </p:grpSpPr>
        <p:sp>
          <p:nvSpPr>
            <p:cNvPr id="55" name="object 55"/>
            <p:cNvSpPr/>
            <p:nvPr/>
          </p:nvSpPr>
          <p:spPr>
            <a:xfrm>
              <a:off x="7067549" y="7858124"/>
              <a:ext cx="1143000" cy="76200"/>
            </a:xfrm>
            <a:custGeom>
              <a:avLst/>
              <a:gdLst/>
              <a:ahLst/>
              <a:cxnLst/>
              <a:rect l="l" t="t" r="r" b="b"/>
              <a:pathLst>
                <a:path w="1143000" h="76200">
                  <a:moveTo>
                    <a:pt x="0" y="0"/>
                  </a:moveTo>
                  <a:lnTo>
                    <a:pt x="1142999" y="0"/>
                  </a:lnTo>
                  <a:lnTo>
                    <a:pt x="1142999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286749" y="5419724"/>
              <a:ext cx="85725" cy="2514600"/>
            </a:xfrm>
            <a:custGeom>
              <a:avLst/>
              <a:gdLst/>
              <a:ahLst/>
              <a:cxnLst/>
              <a:rect l="l" t="t" r="r" b="b"/>
              <a:pathLst>
                <a:path w="85725" h="2514600">
                  <a:moveTo>
                    <a:pt x="48546" y="2514599"/>
                  </a:moveTo>
                  <a:lnTo>
                    <a:pt x="37178" y="2514599"/>
                  </a:lnTo>
                  <a:lnTo>
                    <a:pt x="31710" y="2513512"/>
                  </a:lnTo>
                  <a:lnTo>
                    <a:pt x="1087" y="2482888"/>
                  </a:lnTo>
                  <a:lnTo>
                    <a:pt x="0" y="2477420"/>
                  </a:lnTo>
                  <a:lnTo>
                    <a:pt x="0" y="2471737"/>
                  </a:lnTo>
                  <a:lnTo>
                    <a:pt x="0" y="37178"/>
                  </a:lnTo>
                  <a:lnTo>
                    <a:pt x="21208" y="5437"/>
                  </a:lnTo>
                  <a:lnTo>
                    <a:pt x="37178" y="0"/>
                  </a:lnTo>
                  <a:lnTo>
                    <a:pt x="48546" y="0"/>
                  </a:lnTo>
                  <a:lnTo>
                    <a:pt x="80287" y="21208"/>
                  </a:lnTo>
                  <a:lnTo>
                    <a:pt x="85724" y="37178"/>
                  </a:lnTo>
                  <a:lnTo>
                    <a:pt x="85724" y="2477420"/>
                  </a:lnTo>
                  <a:lnTo>
                    <a:pt x="64516" y="2509161"/>
                  </a:lnTo>
                  <a:lnTo>
                    <a:pt x="54013" y="2513512"/>
                  </a:lnTo>
                  <a:lnTo>
                    <a:pt x="48546" y="2514599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291512" y="5424487"/>
              <a:ext cx="76200" cy="1828800"/>
            </a:xfrm>
            <a:custGeom>
              <a:avLst/>
              <a:gdLst/>
              <a:ahLst/>
              <a:cxnLst/>
              <a:rect l="l" t="t" r="r" b="b"/>
              <a:pathLst>
                <a:path w="76200" h="1828800">
                  <a:moveTo>
                    <a:pt x="43152" y="1828799"/>
                  </a:moveTo>
                  <a:lnTo>
                    <a:pt x="33047" y="1828799"/>
                  </a:lnTo>
                  <a:lnTo>
                    <a:pt x="28187" y="1827832"/>
                  </a:lnTo>
                  <a:lnTo>
                    <a:pt x="966" y="1800612"/>
                  </a:lnTo>
                  <a:lnTo>
                    <a:pt x="0" y="1795752"/>
                  </a:lnTo>
                  <a:lnTo>
                    <a:pt x="0" y="17906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43152" y="0"/>
                  </a:lnTo>
                  <a:lnTo>
                    <a:pt x="75233" y="28187"/>
                  </a:lnTo>
                  <a:lnTo>
                    <a:pt x="76199" y="33047"/>
                  </a:lnTo>
                  <a:lnTo>
                    <a:pt x="76199" y="1795752"/>
                  </a:lnTo>
                  <a:lnTo>
                    <a:pt x="48012" y="1827832"/>
                  </a:lnTo>
                  <a:lnTo>
                    <a:pt x="43152" y="1828799"/>
                  </a:lnTo>
                  <a:close/>
                </a:path>
              </a:pathLst>
            </a:custGeom>
            <a:solidFill>
              <a:srgbClr val="605D5C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291512" y="5424487"/>
              <a:ext cx="76200" cy="1828800"/>
            </a:xfrm>
            <a:custGeom>
              <a:avLst/>
              <a:gdLst/>
              <a:ahLst/>
              <a:cxnLst/>
              <a:rect l="l" t="t" r="r" b="b"/>
              <a:pathLst>
                <a:path w="76200" h="1828800">
                  <a:moveTo>
                    <a:pt x="0" y="1790699"/>
                  </a:moveTo>
                  <a:lnTo>
                    <a:pt x="0" y="38099"/>
                  </a:lnTo>
                  <a:lnTo>
                    <a:pt x="0" y="33047"/>
                  </a:lnTo>
                  <a:lnTo>
                    <a:pt x="966" y="28187"/>
                  </a:lnTo>
                  <a:lnTo>
                    <a:pt x="2900" y="23519"/>
                  </a:lnTo>
                  <a:lnTo>
                    <a:pt x="4833" y="18851"/>
                  </a:lnTo>
                  <a:lnTo>
                    <a:pt x="7586" y="14731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43152" y="0"/>
                  </a:lnTo>
                  <a:lnTo>
                    <a:pt x="73299" y="23519"/>
                  </a:lnTo>
                  <a:lnTo>
                    <a:pt x="76199" y="38099"/>
                  </a:lnTo>
                  <a:lnTo>
                    <a:pt x="76199" y="1790699"/>
                  </a:lnTo>
                  <a:lnTo>
                    <a:pt x="65040" y="1817640"/>
                  </a:lnTo>
                  <a:lnTo>
                    <a:pt x="61468" y="1821213"/>
                  </a:lnTo>
                  <a:lnTo>
                    <a:pt x="38099" y="1828799"/>
                  </a:lnTo>
                  <a:lnTo>
                    <a:pt x="33047" y="1828799"/>
                  </a:lnTo>
                  <a:lnTo>
                    <a:pt x="11159" y="1817640"/>
                  </a:lnTo>
                  <a:lnTo>
                    <a:pt x="7586" y="1814067"/>
                  </a:lnTo>
                  <a:lnTo>
                    <a:pt x="4833" y="1809947"/>
                  </a:lnTo>
                  <a:lnTo>
                    <a:pt x="2900" y="1805279"/>
                  </a:lnTo>
                  <a:lnTo>
                    <a:pt x="966" y="1800612"/>
                  </a:lnTo>
                  <a:lnTo>
                    <a:pt x="0" y="1795752"/>
                  </a:lnTo>
                  <a:lnTo>
                    <a:pt x="0" y="179069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867150" y="2800349"/>
            <a:ext cx="4476750" cy="1924050"/>
          </a:xfrm>
          <a:prstGeom prst="rect">
            <a:avLst/>
          </a:prstGeom>
          <a:solidFill>
            <a:srgbClr val="33333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300">
              <a:latin typeface="Times New Roman"/>
              <a:cs typeface="Times New Roman"/>
            </a:endParaRPr>
          </a:p>
          <a:p>
            <a:pPr marL="381000" marR="374015" algn="ctr">
              <a:lnSpc>
                <a:spcPct val="110600"/>
              </a:lnSpc>
            </a:pPr>
            <a:r>
              <a:rPr sz="1300" b="1" dirty="0">
                <a:solidFill>
                  <a:srgbClr val="F10808"/>
                </a:solidFill>
                <a:latin typeface="Segoe UI Semibold"/>
                <a:cs typeface="Segoe UI Semibold"/>
              </a:rPr>
              <a:t>After</a:t>
            </a:r>
            <a:r>
              <a:rPr sz="1300" b="1" spc="-20" dirty="0">
                <a:solidFill>
                  <a:srgbClr val="F10808"/>
                </a:solidFill>
                <a:latin typeface="Segoe UI Semibold"/>
                <a:cs typeface="Segoe UI Semibold"/>
              </a:rPr>
              <a:t> </a:t>
            </a:r>
            <a:r>
              <a:rPr sz="1300" b="1" dirty="0">
                <a:solidFill>
                  <a:srgbClr val="F10808"/>
                </a:solidFill>
                <a:latin typeface="Segoe UI Semibold"/>
                <a:cs typeface="Segoe UI Semibold"/>
              </a:rPr>
              <a:t>a</a:t>
            </a:r>
            <a:r>
              <a:rPr sz="1300" b="1" spc="-15" dirty="0">
                <a:solidFill>
                  <a:srgbClr val="F10808"/>
                </a:solidFill>
                <a:latin typeface="Segoe UI Semibold"/>
                <a:cs typeface="Segoe UI Semibold"/>
              </a:rPr>
              <a:t> </a:t>
            </a:r>
            <a:r>
              <a:rPr sz="1300" b="1" dirty="0">
                <a:solidFill>
                  <a:srgbClr val="F10808"/>
                </a:solidFill>
                <a:latin typeface="Segoe UI Semibold"/>
                <a:cs typeface="Segoe UI Semibold"/>
              </a:rPr>
              <a:t>painful</a:t>
            </a:r>
            <a:r>
              <a:rPr sz="1300" b="1" spc="-15" dirty="0">
                <a:solidFill>
                  <a:srgbClr val="F10808"/>
                </a:solidFill>
                <a:latin typeface="Segoe UI Semibold"/>
                <a:cs typeface="Segoe UI Semibold"/>
              </a:rPr>
              <a:t> </a:t>
            </a:r>
            <a:r>
              <a:rPr sz="1300" b="1" dirty="0">
                <a:solidFill>
                  <a:srgbClr val="F10808"/>
                </a:solidFill>
                <a:latin typeface="Segoe UI Semibold"/>
                <a:cs typeface="Segoe UI Semibold"/>
              </a:rPr>
              <a:t>breakup,</a:t>
            </a:r>
            <a:r>
              <a:rPr sz="1300" b="1" spc="-20" dirty="0">
                <a:solidFill>
                  <a:srgbClr val="F10808"/>
                </a:solidFill>
                <a:latin typeface="Segoe UI Semibold"/>
                <a:cs typeface="Segoe UI Semibold"/>
              </a:rPr>
              <a:t> </a:t>
            </a:r>
            <a:r>
              <a:rPr sz="1300" b="1" dirty="0">
                <a:solidFill>
                  <a:srgbClr val="F10808"/>
                </a:solidFill>
                <a:latin typeface="Segoe UI Semibold"/>
                <a:cs typeface="Segoe UI Semibold"/>
              </a:rPr>
              <a:t>a</a:t>
            </a:r>
            <a:r>
              <a:rPr sz="1300" b="1" spc="-15" dirty="0">
                <a:solidFill>
                  <a:srgbClr val="F10808"/>
                </a:solidFill>
                <a:latin typeface="Segoe UI Semibold"/>
                <a:cs typeface="Segoe UI Semibold"/>
              </a:rPr>
              <a:t> </a:t>
            </a:r>
            <a:r>
              <a:rPr sz="1300" b="1" dirty="0">
                <a:solidFill>
                  <a:srgbClr val="F10808"/>
                </a:solidFill>
                <a:latin typeface="Segoe UI Semibold"/>
                <a:cs typeface="Segoe UI Semibold"/>
              </a:rPr>
              <a:t>trio</a:t>
            </a:r>
            <a:r>
              <a:rPr sz="1300" b="1" spc="-15" dirty="0">
                <a:solidFill>
                  <a:srgbClr val="F10808"/>
                </a:solidFill>
                <a:latin typeface="Segoe UI Semibold"/>
                <a:cs typeface="Segoe UI Semibold"/>
              </a:rPr>
              <a:t> </a:t>
            </a:r>
            <a:r>
              <a:rPr sz="1300" b="1" dirty="0">
                <a:solidFill>
                  <a:srgbClr val="F10808"/>
                </a:solidFill>
                <a:latin typeface="Segoe UI Semibold"/>
                <a:cs typeface="Segoe UI Semibold"/>
              </a:rPr>
              <a:t>of</a:t>
            </a:r>
            <a:r>
              <a:rPr sz="1300" b="1" spc="-15" dirty="0">
                <a:solidFill>
                  <a:srgbClr val="F10808"/>
                </a:solidFill>
                <a:latin typeface="Segoe UI Semibold"/>
                <a:cs typeface="Segoe UI Semibold"/>
              </a:rPr>
              <a:t> </a:t>
            </a:r>
            <a:r>
              <a:rPr sz="1300" b="1" spc="-10" dirty="0">
                <a:solidFill>
                  <a:srgbClr val="F10808"/>
                </a:solidFill>
                <a:latin typeface="Segoe UI Semibold"/>
                <a:cs typeface="Segoe UI Semibold"/>
              </a:rPr>
              <a:t>party-loving </a:t>
            </a:r>
            <a:r>
              <a:rPr sz="1300" b="1" dirty="0">
                <a:solidFill>
                  <a:srgbClr val="F10808"/>
                </a:solidFill>
                <a:latin typeface="Segoe UI Semibold"/>
                <a:cs typeface="Segoe UI Semibold"/>
              </a:rPr>
              <a:t>friends</a:t>
            </a:r>
            <a:r>
              <a:rPr sz="1300" b="1" spc="-20" dirty="0">
                <a:solidFill>
                  <a:srgbClr val="F10808"/>
                </a:solidFill>
                <a:latin typeface="Segoe UI Semibold"/>
                <a:cs typeface="Segoe UI Semibold"/>
              </a:rPr>
              <a:t> </a:t>
            </a:r>
            <a:r>
              <a:rPr sz="1300" b="1" dirty="0">
                <a:solidFill>
                  <a:srgbClr val="F10808"/>
                </a:solidFill>
                <a:latin typeface="Segoe UI Semibold"/>
                <a:cs typeface="Segoe UI Semibold"/>
              </a:rPr>
              <a:t>makes</a:t>
            </a:r>
            <a:r>
              <a:rPr sz="1300" b="1" spc="-20" dirty="0">
                <a:solidFill>
                  <a:srgbClr val="F10808"/>
                </a:solidFill>
                <a:latin typeface="Segoe UI Semibold"/>
                <a:cs typeface="Segoe UI Semibold"/>
              </a:rPr>
              <a:t> </a:t>
            </a:r>
            <a:r>
              <a:rPr sz="1300" b="1" dirty="0">
                <a:solidFill>
                  <a:srgbClr val="F10808"/>
                </a:solidFill>
                <a:latin typeface="Segoe UI Semibold"/>
                <a:cs typeface="Segoe UI Semibold"/>
              </a:rPr>
              <a:t>a</a:t>
            </a:r>
            <a:r>
              <a:rPr sz="1300" b="1" spc="-20" dirty="0">
                <a:solidFill>
                  <a:srgbClr val="F10808"/>
                </a:solidFill>
                <a:latin typeface="Segoe UI Semibold"/>
                <a:cs typeface="Segoe UI Semibold"/>
              </a:rPr>
              <a:t> </a:t>
            </a:r>
            <a:r>
              <a:rPr sz="1300" b="1" dirty="0">
                <a:solidFill>
                  <a:srgbClr val="F10808"/>
                </a:solidFill>
                <a:latin typeface="Segoe UI Semibold"/>
                <a:cs typeface="Segoe UI Semibold"/>
              </a:rPr>
              <a:t>bet:</a:t>
            </a:r>
            <a:r>
              <a:rPr sz="1300" b="1" spc="-20" dirty="0">
                <a:solidFill>
                  <a:srgbClr val="F10808"/>
                </a:solidFill>
                <a:latin typeface="Segoe UI Semibold"/>
                <a:cs typeface="Segoe UI Semibold"/>
              </a:rPr>
              <a:t> </a:t>
            </a:r>
            <a:r>
              <a:rPr sz="1300" b="1" dirty="0">
                <a:solidFill>
                  <a:srgbClr val="F10808"/>
                </a:solidFill>
                <a:latin typeface="Segoe UI Semibold"/>
                <a:cs typeface="Segoe UI Semibold"/>
              </a:rPr>
              <a:t>who</a:t>
            </a:r>
            <a:r>
              <a:rPr sz="1300" b="1" spc="-20" dirty="0">
                <a:solidFill>
                  <a:srgbClr val="F10808"/>
                </a:solidFill>
                <a:latin typeface="Segoe UI Semibold"/>
                <a:cs typeface="Segoe UI Semibold"/>
              </a:rPr>
              <a:t> </a:t>
            </a:r>
            <a:r>
              <a:rPr sz="1300" b="1" dirty="0">
                <a:solidFill>
                  <a:srgbClr val="F10808"/>
                </a:solidFill>
                <a:latin typeface="Segoe UI Semibold"/>
                <a:cs typeface="Segoe UI Semibold"/>
              </a:rPr>
              <a:t>can</a:t>
            </a:r>
            <a:r>
              <a:rPr sz="1300" b="1" spc="-20" dirty="0">
                <a:solidFill>
                  <a:srgbClr val="F10808"/>
                </a:solidFill>
                <a:latin typeface="Segoe UI Semibold"/>
                <a:cs typeface="Segoe UI Semibold"/>
              </a:rPr>
              <a:t> </a:t>
            </a:r>
            <a:r>
              <a:rPr sz="1300" b="1" dirty="0">
                <a:solidFill>
                  <a:srgbClr val="F10808"/>
                </a:solidFill>
                <a:latin typeface="Segoe UI Semibold"/>
                <a:cs typeface="Segoe UI Semibold"/>
              </a:rPr>
              <a:t>get</a:t>
            </a:r>
            <a:r>
              <a:rPr sz="1300" b="1" spc="-20" dirty="0">
                <a:solidFill>
                  <a:srgbClr val="F10808"/>
                </a:solidFill>
                <a:latin typeface="Segoe UI Semibold"/>
                <a:cs typeface="Segoe UI Semibold"/>
              </a:rPr>
              <a:t> </a:t>
            </a:r>
            <a:r>
              <a:rPr sz="1300" b="1" dirty="0">
                <a:solidFill>
                  <a:srgbClr val="F10808"/>
                </a:solidFill>
                <a:latin typeface="Segoe UI Semibold"/>
                <a:cs typeface="Segoe UI Semibold"/>
              </a:rPr>
              <a:t>married</a:t>
            </a:r>
            <a:r>
              <a:rPr sz="1300" b="1" spc="-20" dirty="0">
                <a:solidFill>
                  <a:srgbClr val="F10808"/>
                </a:solidFill>
                <a:latin typeface="Segoe UI Semibold"/>
                <a:cs typeface="Segoe UI Semibold"/>
              </a:rPr>
              <a:t> </a:t>
            </a:r>
            <a:r>
              <a:rPr sz="1300" b="1" dirty="0">
                <a:solidFill>
                  <a:srgbClr val="F10808"/>
                </a:solidFill>
                <a:latin typeface="Segoe UI Semibold"/>
                <a:cs typeface="Segoe UI Semibold"/>
              </a:rPr>
              <a:t>in</a:t>
            </a:r>
            <a:r>
              <a:rPr sz="1300" b="1" spc="-20" dirty="0">
                <a:solidFill>
                  <a:srgbClr val="F10808"/>
                </a:solidFill>
                <a:latin typeface="Segoe UI Semibold"/>
                <a:cs typeface="Segoe UI Semibold"/>
              </a:rPr>
              <a:t> </a:t>
            </a:r>
            <a:r>
              <a:rPr sz="1300" b="1" spc="-10" dirty="0">
                <a:solidFill>
                  <a:srgbClr val="F10808"/>
                </a:solidFill>
                <a:latin typeface="Segoe UI Semibold"/>
                <a:cs typeface="Segoe UI Semibold"/>
              </a:rPr>
              <a:t>three days.</a:t>
            </a:r>
            <a:endParaRPr sz="130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160</Words>
  <Application>Microsoft Office PowerPoint</Application>
  <PresentationFormat>ユーザー設定</PresentationFormat>
  <Paragraphs>81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12" baseType="lpstr">
      <vt:lpstr>Adobe Gothic Std L</vt:lpstr>
      <vt:lpstr>SimSun</vt:lpstr>
      <vt:lpstr>Arial</vt:lpstr>
      <vt:lpstr>Calibri</vt:lpstr>
      <vt:lpstr>Segoe UI</vt:lpstr>
      <vt:lpstr>Segoe UI Semibold</vt:lpstr>
      <vt:lpstr>Segoe UI Symbol</vt:lpstr>
      <vt:lpstr>Times New Roman</vt:lpstr>
      <vt:lpstr>Trebuchet MS</vt:lpstr>
      <vt:lpstr>Office Theme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Yushi Kirigaya</cp:lastModifiedBy>
  <cp:revision>1</cp:revision>
  <dcterms:created xsi:type="dcterms:W3CDTF">2026-05-07T07:55:01Z</dcterms:created>
  <dcterms:modified xsi:type="dcterms:W3CDTF">2026-05-07T07:55:46Z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2026-05-07T00:00:00Z</vt:filetime>
  </property>
  <property fmtid="{D5CDD505-2E9C-101B-9397-08002B2CF9AE}" pid="3" name="Creator">
    <vt:lpwstr>PDFium</vt:lpwstr>
  </property>
  <property fmtid="{D5CDD505-2E9C-101B-9397-08002B2CF9AE}" pid="4" name="LastSaved">
    <vt:filetime>2026-05-07T00:00:00Z</vt:filetime>
  </property>
  <property fmtid="{D5CDD505-2E9C-101B-9397-08002B2CF9AE}" pid="5" name="Producer">
    <vt:lpwstr>PDFium</vt:lpwstr>
  </property>
</Properties>
</file>